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oper BT Bold" charset="1" panose="0208080404030B020404"/>
      <p:regular r:id="rId26"/>
    </p:embeddedFont>
    <p:embeddedFont>
      <p:font typeface="Cooper BT Light" charset="1" panose="0208050304030B020404"/>
      <p:regular r:id="rId27"/>
    </p:embeddedFont>
    <p:embeddedFont>
      <p:font typeface="Cambria Bold" charset="1" panose="02040803050406030204"/>
      <p:regular r:id="rId28"/>
    </p:embeddedFont>
    <p:embeddedFont>
      <p:font typeface="Calibri (MS)" charset="1" panose="020F050202020403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1"/>
    </p:embeddedFont>
    <p:embeddedFont>
      <p:font typeface="Roboto Bold" charset="1" panose="02000000000000000000"/>
      <p:regular r:id="rId32"/>
    </p:embeddedFont>
    <p:embeddedFont>
      <p:font typeface="Calibri (MS) Light" charset="1" panose="020F0302020204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7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9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3.jpe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22" Target="../media/image40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7.png" Type="http://schemas.openxmlformats.org/officeDocument/2006/relationships/image"/><Relationship Id="rId16" Target="../media/image31.png" Type="http://schemas.openxmlformats.org/officeDocument/2006/relationships/image"/><Relationship Id="rId17" Target="../media/image33.png" Type="http://schemas.openxmlformats.org/officeDocument/2006/relationships/image"/><Relationship Id="rId18" Target="../media/image46.png" Type="http://schemas.openxmlformats.org/officeDocument/2006/relationships/image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41.png" Type="http://schemas.openxmlformats.org/officeDocument/2006/relationships/image"/><Relationship Id="rId5" Target="../media/image25.png" Type="http://schemas.openxmlformats.org/officeDocument/2006/relationships/image"/><Relationship Id="rId6" Target="../media/image5.png" Type="http://schemas.openxmlformats.org/officeDocument/2006/relationships/image"/><Relationship Id="rId7" Target="../media/image42.png" Type="http://schemas.openxmlformats.org/officeDocument/2006/relationships/image"/><Relationship Id="rId8" Target="../media/image6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86099"/>
            <a:ext cx="13922893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53659"/>
            <a:ext cx="13600671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Contexto e método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 e processo de desenvolvimento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confirmada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incrementos funcionais, testados no celular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11680" y="2377440"/>
            <a:ext cx="731520" cy="731520"/>
            <a:chOff x="0" y="0"/>
            <a:chExt cx="9753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 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de conta, login seguro e perfil.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37744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40096" y="237744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242816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espacial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interativo, proximidade e filtro por espécie.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37744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8512" y="237744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71232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 e fotos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de perdido ou encontrado, com características e imagens.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37744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96928" y="237744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9648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de avistamento e chat privado em tempo real.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37744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325344" y="2377440"/>
            <a:ext cx="731520" cy="731520"/>
            <a:chOff x="0" y="0"/>
            <a:chExt cx="97536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228064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Cartaz com QR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Cartazes padronizados para compartilhar ou imprimir.</a:t>
            </a:r>
          </a:p>
        </p:txBody>
      </p:sp>
      <p:sp>
        <p:nvSpPr>
          <p:cNvPr name="AutoShape 41" id="4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4400" y="722376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02183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Kanban no Trello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633335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Listas para atualização, testes e validação, desenvolvimento, a fazer, ideias futuras e concluídas. Cada incremento era planejado, desenvolvido e testado no celular antes de começar o seguinte.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pessoas confirmaram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702674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172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7884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5528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7884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891349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8273415"/>
            <a:ext cx="66751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741676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14400" y="4625340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6509004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8392668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3110" y="7977588"/>
            <a:ext cx="39155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64870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localização. Ícone gerado com apoio do ChatGPT e refinado no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9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2642235"/>
            <a:ext cx="82296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966210"/>
            <a:ext cx="80467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1" id="11"/>
          <p:cNvSpPr/>
          <p:nvPr/>
        </p:nvSpPr>
        <p:spPr>
          <a:xfrm rot="3960">
            <a:off x="904865" y="5481638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1440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882205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 (escores de 85 a 100); acima de 80,3 = Grau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 (autorrelato)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Limites: 12 voluntários recrutados em um grupo no Facebook; conclusão autorrelatada em uma única pergunta; 4 pessoas relataram dúvidas pontuais; o estudo não mede reencontros.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972" y="262281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972" y="3346023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972" y="407936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2972" y="461014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72" y="5140927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972" y="5671709"/>
            <a:ext cx="7798470" cy="25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972" y="601006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2972" y="6753529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2" y="7284311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2" y="78150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6558" y="2611670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6558" y="476000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6558" y="7237608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6558" y="776839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6558" y="6524524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6558" y="581144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6558" y="529078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6558" y="3662060"/>
            <a:ext cx="7798470" cy="114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8" y="31403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8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2972" y="834587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