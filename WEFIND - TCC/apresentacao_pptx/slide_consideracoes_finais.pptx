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fechar: o que já foi entregue é o aplicativo funcional, com mapa e rota, avistamentos, chat, cartaz com QR, devolução segura, correspondência e a limpeza diária no servidor.</a:t>
            </a:r>
          </a:p>
          <a:p>
            <a:r>
              <a:t>Até a defesa, faço a avaliação que mostrei e calibro a correspondência com os resultados.</a:t>
            </a:r>
          </a:p>
          <a:p>
            <a:r>
              <a:t>Como trabalhos futuros, quero usar IA para melhorar a correspondência e analisar as fotos, publicar nas lojas e fazer um website.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0000"/>
            <a:ext cx="90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1734A"/>
                </a:solidFill>
                <a:latin typeface="Calibri"/>
              </a:rPr>
              <a:t>0 6   C O N S I D E R A Ç Õ E S   F I N A I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80000"/>
            <a:ext cx="164592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2E5634"/>
                </a:solidFill>
                <a:latin typeface="Calibri"/>
              </a:rPr>
              <a:t>Considerações finais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420000"/>
            <a:ext cx="8229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WeFIND  |  TCC  |  IFSul Campus Pelotas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0" y="9395460"/>
            <a:ext cx="9144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8001000" cy="5577840"/>
          </a:xfrm>
          <a:prstGeom prst="roundRect">
            <a:avLst>
              <a:gd name="adj" fmla="val 4000"/>
            </a:avLst>
          </a:prstGeom>
          <a:solidFill>
            <a:srgbClr val="EAF2EB"/>
          </a:solidFill>
          <a:ln w="12700">
            <a:solidFill>
              <a:srgbClr val="C5DC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14560"/>
            <a:ext cx="7086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E5634"/>
                </a:solidFill>
                <a:latin typeface="Calibri"/>
              </a:rPr>
              <a:t>Entregue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44560"/>
            <a:ext cx="70866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Calibri"/>
              </a:rPr>
              <a:t>já funciona no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44560"/>
            <a:ext cx="7086600" cy="3827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E5634"/>
                </a:solidFill>
                <a:latin typeface="Calibri"/>
              </a:rPr>
              <a:t>•  </a:t>
            </a:r>
            <a:r>
              <a:rPr sz="2200" b="0">
                <a:solidFill>
                  <a:srgbClr val="0F172A"/>
                </a:solidFill>
                <a:latin typeface="Calibri"/>
              </a:rPr>
              <a:t>Aplicativo WeFIND funcional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2E5634"/>
                </a:solidFill>
                <a:latin typeface="Calibri"/>
              </a:rPr>
              <a:t>•  </a:t>
            </a:r>
            <a:r>
              <a:rPr sz="2200" b="0">
                <a:solidFill>
                  <a:srgbClr val="0F172A"/>
                </a:solidFill>
                <a:latin typeface="Calibri"/>
              </a:rPr>
              <a:t>Mapa georreferenciado e rota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2E5634"/>
                </a:solidFill>
                <a:latin typeface="Calibri"/>
              </a:rPr>
              <a:t>•  </a:t>
            </a:r>
            <a:r>
              <a:rPr sz="2200" b="0">
                <a:solidFill>
                  <a:srgbClr val="0F172A"/>
                </a:solidFill>
                <a:latin typeface="Calibri"/>
              </a:rPr>
              <a:t>Avistamentos colaborativos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2E5634"/>
                </a:solidFill>
                <a:latin typeface="Calibri"/>
              </a:rPr>
              <a:t>•  </a:t>
            </a:r>
            <a:r>
              <a:rPr sz="2200" b="0">
                <a:solidFill>
                  <a:srgbClr val="0F172A"/>
                </a:solidFill>
                <a:latin typeface="Calibri"/>
              </a:rPr>
              <a:t>Chat, cartaz com QR e devolução segura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2E5634"/>
                </a:solidFill>
                <a:latin typeface="Calibri"/>
              </a:rPr>
              <a:t>•  </a:t>
            </a:r>
            <a:r>
              <a:rPr sz="2200" b="0">
                <a:solidFill>
                  <a:srgbClr val="0F172A"/>
                </a:solidFill>
                <a:latin typeface="Calibri"/>
              </a:rPr>
              <a:t>Correspondências sugeridas automaticamente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2E5634"/>
                </a:solidFill>
                <a:latin typeface="Calibri"/>
              </a:rPr>
              <a:t>•  </a:t>
            </a:r>
            <a:r>
              <a:rPr sz="2200" b="0">
                <a:solidFill>
                  <a:srgbClr val="0F172A"/>
                </a:solidFill>
                <a:latin typeface="Calibri"/>
              </a:rPr>
              <a:t>Limpeza diária e dados protegidos no servidor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2194560"/>
            <a:ext cx="8001000" cy="5577840"/>
          </a:xfrm>
          <a:prstGeom prst="roundRect">
            <a:avLst>
              <a:gd name="adj" fmla="val 4000"/>
            </a:avLst>
          </a:prstGeom>
          <a:solidFill>
            <a:srgbClr val="F8EFE9"/>
          </a:solidFill>
          <a:ln w="12700">
            <a:solidFill>
              <a:srgbClr val="E8D2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29800" y="2514560"/>
            <a:ext cx="7086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B1734A"/>
                </a:solidFill>
                <a:latin typeface="Calibri"/>
              </a:rPr>
              <a:t>Trabalhos futuros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3144560"/>
            <a:ext cx="70866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Calibri"/>
              </a:rPr>
              <a:t>depois do TCC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3744560"/>
            <a:ext cx="7086600" cy="3827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B1734A"/>
                </a:solidFill>
                <a:latin typeface="Calibri"/>
              </a:rPr>
              <a:t>•  </a:t>
            </a:r>
            <a:r>
              <a:rPr sz="2200" b="0">
                <a:solidFill>
                  <a:srgbClr val="0F172A"/>
                </a:solidFill>
                <a:latin typeface="Calibri"/>
              </a:rPr>
              <a:t>IA para melhorar a correspondência entre animais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B1734A"/>
                </a:solidFill>
                <a:latin typeface="Calibri"/>
              </a:rPr>
              <a:t>•  </a:t>
            </a:r>
            <a:r>
              <a:rPr sz="2200" b="0">
                <a:solidFill>
                  <a:srgbClr val="0F172A"/>
                </a:solidFill>
                <a:latin typeface="Calibri"/>
              </a:rPr>
              <a:t>IA para verificar se a foto é de um animal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B1734A"/>
                </a:solidFill>
                <a:latin typeface="Calibri"/>
              </a:rPr>
              <a:t>•  </a:t>
            </a:r>
            <a:r>
              <a:rPr sz="2200" b="0">
                <a:solidFill>
                  <a:srgbClr val="0F172A"/>
                </a:solidFill>
                <a:latin typeface="Calibri"/>
              </a:rPr>
              <a:t>Sugerir espécie, cor e porte a partir da foto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B1734A"/>
                </a:solidFill>
                <a:latin typeface="Calibri"/>
              </a:rPr>
              <a:t>•  </a:t>
            </a:r>
            <a:r>
              <a:rPr sz="2200" b="0">
                <a:solidFill>
                  <a:srgbClr val="0F172A"/>
                </a:solidFill>
                <a:latin typeface="Calibri"/>
              </a:rPr>
              <a:t>Publicar nas lojas (Google Play e App Store)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B1734A"/>
                </a:solidFill>
                <a:latin typeface="Calibri"/>
              </a:rPr>
              <a:t>•  </a:t>
            </a:r>
            <a:r>
              <a:rPr sz="2200" b="0">
                <a:solidFill>
                  <a:srgbClr val="0F172A"/>
                </a:solidFill>
                <a:latin typeface="Calibri"/>
              </a:rPr>
              <a:t>Fazer um website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8001000"/>
            <a:ext cx="164592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5DC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8001000"/>
            <a:ext cx="15544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5634"/>
                </a:solidFill>
                <a:latin typeface="Calibri"/>
              </a:rPr>
              <a:t>ATÉ A DEFESA   </a:t>
            </a:r>
            <a:r>
              <a:rPr sz="2000" b="0">
                <a:solidFill>
                  <a:srgbClr val="0F172A"/>
                </a:solidFill>
                <a:latin typeface="Calibri"/>
              </a:rPr>
              <a:t>realizar a avaliação apresentada e calibrar a correspondência com os resultados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