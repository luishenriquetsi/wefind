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Cooper BT Bold" charset="1" panose="0208080404030B020404"/>
      <p:regular r:id="rId38"/>
    </p:embeddedFont>
    <p:embeddedFont>
      <p:font typeface="Cooper BT Light" charset="1" panose="0208050304030B020404"/>
      <p:regular r:id="rId39"/>
    </p:embeddedFont>
    <p:embeddedFont>
      <p:font typeface="Cambria Bold" charset="1" panose="02040803050406030204"/>
      <p:regular r:id="rId40"/>
    </p:embeddedFont>
    <p:embeddedFont>
      <p:font typeface="Calibri (MS)" charset="1" panose="020F0502020204030204"/>
      <p:regular r:id="rId41"/>
    </p:embeddedFont>
    <p:embeddedFont>
      <p:font typeface="Calibri (MS) Bold" charset="1" panose="020F0702030404030204"/>
      <p:regular r:id="rId42"/>
    </p:embeddedFont>
    <p:embeddedFont>
      <p:font typeface="Calibri (MS) Italics" charset="1" panose="020F05020202040A0204"/>
      <p:regular r:id="rId43"/>
    </p:embeddedFont>
    <p:embeddedFont>
      <p:font typeface="Roboto Bold" charset="1" panose="020000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49.png" Type="http://schemas.openxmlformats.org/officeDocument/2006/relationships/image"/><Relationship Id="rId18" Target="../media/image50.svg" Type="http://schemas.openxmlformats.org/officeDocument/2006/relationships/image"/><Relationship Id="rId19" Target="../media/image51.png" Type="http://schemas.openxmlformats.org/officeDocument/2006/relationships/image"/><Relationship Id="rId2" Target="../media/image3.jpeg" Type="http://schemas.openxmlformats.org/officeDocument/2006/relationships/image"/><Relationship Id="rId20" Target="../media/image52.sv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24.png" Type="http://schemas.openxmlformats.org/officeDocument/2006/relationships/image"/><Relationship Id="rId16" Target="../media/image27.pn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14" Target="../media/image63.png" Type="http://schemas.openxmlformats.org/officeDocument/2006/relationships/image"/><Relationship Id="rId15" Target="../media/image64.png" Type="http://schemas.openxmlformats.org/officeDocument/2006/relationships/image"/><Relationship Id="rId16" Target="../media/image65.png" Type="http://schemas.openxmlformats.org/officeDocument/2006/relationships/image"/><Relationship Id="rId17" Target="../media/image66.png" Type="http://schemas.openxmlformats.org/officeDocument/2006/relationships/image"/><Relationship Id="rId18" Target="../media/image67.png" Type="http://schemas.openxmlformats.org/officeDocument/2006/relationships/image"/><Relationship Id="rId19" Target="../media/image68.png" Type="http://schemas.openxmlformats.org/officeDocument/2006/relationships/image"/><Relationship Id="rId2" Target="../media/image4.jpeg" Type="http://schemas.openxmlformats.org/officeDocument/2006/relationships/image"/><Relationship Id="rId20" Target="../media/image69.png" Type="http://schemas.openxmlformats.org/officeDocument/2006/relationships/image"/><Relationship Id="rId21" Target="../media/image70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57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14" Target="../media/image67.png" Type="http://schemas.openxmlformats.org/officeDocument/2006/relationships/image"/><Relationship Id="rId15" Target="../media/image68.png" Type="http://schemas.openxmlformats.org/officeDocument/2006/relationships/image"/><Relationship Id="rId16" Target="../media/image75.png" Type="http://schemas.openxmlformats.org/officeDocument/2006/relationships/image"/><Relationship Id="rId17" Target="../media/image69.png" Type="http://schemas.openxmlformats.org/officeDocument/2006/relationships/image"/><Relationship Id="rId18" Target="../media/image76.png" Type="http://schemas.openxmlformats.org/officeDocument/2006/relationships/image"/><Relationship Id="rId19" Target="../media/image77.png" Type="http://schemas.openxmlformats.org/officeDocument/2006/relationships/image"/><Relationship Id="rId2" Target="../media/image4.jpeg" Type="http://schemas.openxmlformats.org/officeDocument/2006/relationships/image"/><Relationship Id="rId20" Target="../media/image78.png" Type="http://schemas.openxmlformats.org/officeDocument/2006/relationships/image"/><Relationship Id="rId21" Target="../media/image79.png" Type="http://schemas.openxmlformats.org/officeDocument/2006/relationships/image"/><Relationship Id="rId22" Target="../media/image80.png" Type="http://schemas.openxmlformats.org/officeDocument/2006/relationships/image"/><Relationship Id="rId23" Target="../media/image81.png" Type="http://schemas.openxmlformats.org/officeDocument/2006/relationships/image"/><Relationship Id="rId24" Target="../media/image82.png" Type="http://schemas.openxmlformats.org/officeDocument/2006/relationships/image"/><Relationship Id="rId25" Target="../media/image83.png" Type="http://schemas.openxmlformats.org/officeDocument/2006/relationships/image"/><Relationship Id="rId26" Target="../media/image84.pn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55.png" Type="http://schemas.openxmlformats.org/officeDocument/2006/relationships/image"/><Relationship Id="rId7" Target="../media/image71.png" Type="http://schemas.openxmlformats.org/officeDocument/2006/relationships/image"/><Relationship Id="rId8" Target="../media/image57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6.jpeg" Type="http://schemas.openxmlformats.org/officeDocument/2006/relationships/image"/><Relationship Id="rId7" Target="../media/image87.jpeg" Type="http://schemas.openxmlformats.org/officeDocument/2006/relationships/image"/><Relationship Id="rId8" Target="../media/image88.jpeg" Type="http://schemas.openxmlformats.org/officeDocument/2006/relationships/image"/><Relationship Id="rId9" Target="../media/image8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9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9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770758"/>
            <a:ext cx="15823606" cy="109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57524"/>
            <a:ext cx="13922893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073390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472811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839200"/>
            <a:ext cx="13525500" cy="57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25084"/>
            <a:ext cx="13600671" cy="369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926080" y="2695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26080" y="3229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338560" y="2695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338560" y="3229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926080" y="4981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26080" y="5515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338560" y="4981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38560" y="5515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2926080" y="7267575"/>
            <a:ext cx="60350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926080" y="7801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647" t="0" r="-5464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24384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11338560" y="7267575"/>
            <a:ext cx="6035040" cy="55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338560" y="7801356"/>
            <a:ext cx="603504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691515"/>
            </a:xfrm>
            <a:custGeom>
              <a:avLst/>
              <a:gdLst/>
              <a:ahLst/>
              <a:cxnLst/>
              <a:rect r="r" b="b" t="t" l="l"/>
              <a:pathLst>
                <a:path h="6915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5"/>
                  </a:lnTo>
                  <a:lnTo>
                    <a:pt x="0" y="691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959" r="0" b="-36195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268605"/>
            <a:ext cx="10972800" cy="554355"/>
            <a:chOff x="0" y="0"/>
            <a:chExt cx="14630400" cy="739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739140"/>
            </a:xfrm>
            <a:custGeom>
              <a:avLst/>
              <a:gdLst/>
              <a:ahLst/>
              <a:cxnLst/>
              <a:rect r="r" b="b" t="t" l="l"/>
              <a:pathLst>
                <a:path h="7391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683" r="0" b="-3356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630400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95816" y="2618870"/>
            <a:ext cx="4556855" cy="1085660"/>
            <a:chOff x="0" y="0"/>
            <a:chExt cx="6075807" cy="144754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95816" y="2683164"/>
            <a:ext cx="4556884" cy="1021413"/>
            <a:chOff x="0" y="0"/>
            <a:chExt cx="6075845" cy="13618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95816" y="2747458"/>
            <a:ext cx="4556884" cy="957120"/>
            <a:chOff x="0" y="0"/>
            <a:chExt cx="6075845" cy="1276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195816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cães e gatos se perderam ao menos uma vez em cinco anos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5816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842693" y="2618870"/>
            <a:ext cx="4556855" cy="1085660"/>
            <a:chOff x="0" y="0"/>
            <a:chExt cx="6075807" cy="14475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42693" y="2683164"/>
            <a:ext cx="4556884" cy="1021413"/>
            <a:chOff x="0" y="0"/>
            <a:chExt cx="6075845" cy="13618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842693" y="2747458"/>
            <a:ext cx="4556884" cy="957120"/>
            <a:chOff x="0" y="0"/>
            <a:chExt cx="6075845" cy="1276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842693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estavam a até 500 m do ponto de fuga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842693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489580" y="2618870"/>
            <a:ext cx="4556855" cy="1085660"/>
            <a:chOff x="0" y="0"/>
            <a:chExt cx="6075807" cy="144754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489580" y="2683164"/>
            <a:ext cx="4556884" cy="1021413"/>
            <a:chOff x="0" y="0"/>
            <a:chExt cx="6075845" cy="13618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1" r="0" b="-36874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489580" y="2747458"/>
            <a:ext cx="4556884" cy="957120"/>
            <a:chOff x="0" y="0"/>
            <a:chExt cx="6075845" cy="12761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75845" cy="1276159"/>
            </a:xfrm>
            <a:custGeom>
              <a:avLst/>
              <a:gdLst/>
              <a:ahLst/>
              <a:cxnLst/>
              <a:rect r="r" b="b" t="t" l="l"/>
              <a:pathLst>
                <a:path h="1276159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276159"/>
                  </a:lnTo>
                  <a:lnTo>
                    <a:pt x="0" y="12761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69" r="0" b="-4276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85725"/>
              <a:ext cx="6075845" cy="1190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489580" y="3652180"/>
            <a:ext cx="4556884" cy="125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apareceram nos primeiros 30 dias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489580" y="4792180"/>
            <a:ext cx="4556884" cy="482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74" id="74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2625814" y="5763301"/>
            <a:ext cx="5950325" cy="78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625814" y="6447596"/>
            <a:ext cx="5950325" cy="135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80" id="80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1096139" y="5763301"/>
            <a:ext cx="5950325" cy="78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096139" y="6447596"/>
            <a:ext cx="5950325" cy="135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8368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3680" y="3802380"/>
            <a:ext cx="51206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25296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5296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39" id="39"/>
          <p:cNvSpPr/>
          <p:nvPr/>
        </p:nvSpPr>
        <p:spPr>
          <a:xfrm rot="1980">
            <a:off x="890578" y="6564630"/>
            <a:ext cx="1650683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914400" y="6819900"/>
            <a:ext cx="7315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7269480"/>
            <a:ext cx="6949440" cy="16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0" y="6819900"/>
            <a:ext cx="7315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44000" y="7269480"/>
            <a:ext cx="804672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de usabilidade e vulnerabilidade.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459200" y="9585960"/>
            <a:ext cx="914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459200" y="9585960"/>
            <a:ext cx="914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900114" y="4985399"/>
            <a:ext cx="16487772" cy="9496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14400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4839653"/>
            <a:ext cx="320040" cy="320040"/>
            <a:chOff x="0" y="0"/>
            <a:chExt cx="426720" cy="426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4400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713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265713" y="4839653"/>
            <a:ext cx="320040" cy="320040"/>
            <a:chOff x="0" y="0"/>
            <a:chExt cx="426720" cy="426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3265713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65713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17026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617026" y="4839653"/>
            <a:ext cx="320040" cy="320040"/>
            <a:chOff x="0" y="0"/>
            <a:chExt cx="426720" cy="426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617026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17026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68339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968339" y="4839653"/>
            <a:ext cx="320040" cy="320040"/>
            <a:chOff x="0" y="0"/>
            <a:chExt cx="426720" cy="426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968339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68339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19652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319652" y="4839653"/>
            <a:ext cx="320040" cy="320040"/>
            <a:chOff x="0" y="0"/>
            <a:chExt cx="426720" cy="426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0319652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319652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70974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670974" y="4839653"/>
            <a:ext cx="320040" cy="320040"/>
            <a:chOff x="0" y="0"/>
            <a:chExt cx="426720" cy="426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670974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70974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022287" y="2250758"/>
            <a:ext cx="2259873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022287" y="4839653"/>
            <a:ext cx="320040" cy="320040"/>
            <a:chOff x="0" y="0"/>
            <a:chExt cx="426720" cy="426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15022287" y="5142548"/>
            <a:ext cx="2259873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022287" y="5954078"/>
            <a:ext cx="216843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13" id="13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0" r="0" b="-1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218694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300990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25" id="25"/>
          <p:cNvSpPr/>
          <p:nvPr/>
        </p:nvSpPr>
        <p:spPr>
          <a:xfrm rot="5940">
            <a:off x="11863368" y="4187190"/>
            <a:ext cx="5534082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630400" y="438150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30400" y="520446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37" id="37"/>
          <p:cNvSpPr/>
          <p:nvPr/>
        </p:nvSpPr>
        <p:spPr>
          <a:xfrm rot="5940">
            <a:off x="11863368" y="6381750"/>
            <a:ext cx="5534082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979294"/>
            </a:xfrm>
            <a:custGeom>
              <a:avLst/>
              <a:gdLst/>
              <a:ahLst/>
              <a:cxnLst/>
              <a:rect r="r" b="b" t="t" l="l"/>
              <a:pathLst>
                <a:path h="19792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4"/>
                  </a:lnTo>
                  <a:lnTo>
                    <a:pt x="0" y="19792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30" t="0" r="-1943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657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630400" y="6576060"/>
            <a:ext cx="27432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30400" y="7399020"/>
            <a:ext cx="27432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8587740"/>
            <a:ext cx="164592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14400" y="2194560"/>
          <a:ext cx="16319500" cy="6858000"/>
        </p:xfrm>
        <a:graphic>
          <a:graphicData uri="http://schemas.openxmlformats.org/drawingml/2006/table">
            <a:tbl>
              <a:tblPr/>
              <a:tblGrid>
                <a:gridCol w="6709128"/>
                <a:gridCol w="1922074"/>
                <a:gridCol w="1922074"/>
                <a:gridCol w="1922074"/>
                <a:gridCol w="1922074"/>
                <a:gridCol w="1922074"/>
              </a:tblGrid>
              <a:tr h="5886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26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6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7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requisitos funcionais centrais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33172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3172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95528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5528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578840" y="23556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578840" y="28833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233172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33172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795528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95528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578840" y="4184456"/>
            <a:ext cx="370332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78840" y="4712141"/>
            <a:ext cx="3703320" cy="62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161288" y="61036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784848" y="6103620"/>
            <a:ext cx="475488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de uma Publicação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2408408" y="61036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16128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Comprovação de tutela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678484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 Meus pets e carteirinha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2408408" y="7475220"/>
            <a:ext cx="4754880" cy="717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RF20  Adoção responsável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510" r="0" b="-2725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701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74494"/>
            </a:xfrm>
            <a:custGeom>
              <a:avLst/>
              <a:gdLst/>
              <a:ahLst/>
              <a:cxnLst/>
              <a:rect r="r" b="b" t="t" l="l"/>
              <a:pathLst>
                <a:path h="16744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4"/>
                  </a:lnTo>
                  <a:lnTo>
                    <a:pt x="0" y="16744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495" r="0" b="-2074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3" id="2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88036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8036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315700" y="254508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15700" y="341376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5699760"/>
            <a:ext cx="57607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6568440"/>
            <a:ext cx="5760720" cy="172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22960" y="8587740"/>
            <a:ext cx="1659636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60"/>
            <a:chOff x="0" y="0"/>
            <a:chExt cx="21945600" cy="5105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3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403"/>
            <a:chOff x="0" y="0"/>
            <a:chExt cx="21945600" cy="5115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205"/>
            </a:xfrm>
            <a:custGeom>
              <a:avLst/>
              <a:gdLst/>
              <a:ahLst/>
              <a:cxnLst/>
              <a:rect r="r" b="b" t="t" l="l"/>
              <a:pathLst>
                <a:path h="51152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205"/>
                  </a:lnTo>
                  <a:lnTo>
                    <a:pt x="0" y="5115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96" r="0" b="-335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51247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980">
            <a:off x="882644" y="2957131"/>
            <a:ext cx="165227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2064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2064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2064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2688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688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688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533120" y="3558540"/>
            <a:ext cx="384048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33120" y="4158615"/>
            <a:ext cx="384048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33120" y="4973955"/>
            <a:ext cx="3749040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9961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961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70585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0585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11833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11833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" y="8722995"/>
            <a:ext cx="164592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912096" y="6938391"/>
            <a:ext cx="3383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912096" y="7351395"/>
            <a:ext cx="3383280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6038" r="0" b="-206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2128480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27" id="2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88036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aprovação libera o endereço exato.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3" id="3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1315700" y="247840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15700" y="337566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mapa em grade de ~100 m.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5633085"/>
            <a:ext cx="576072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6530340"/>
            <a:ext cx="5760720" cy="176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2960" y="8540115"/>
            <a:ext cx="16596360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16 de 20 participantes preferiram ocultar o endereço exato.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69"/>
            </a:xfrm>
            <a:custGeom>
              <a:avLst/>
              <a:gdLst/>
              <a:ahLst/>
              <a:cxnLst/>
              <a:rect r="r" b="b" t="t" l="l"/>
              <a:pathLst>
                <a:path h="370926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9"/>
                  </a:lnTo>
                  <a:lnTo>
                    <a:pt x="0" y="370926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2960" y="25374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" y="2933700"/>
            <a:ext cx="6675120" cy="238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2960" y="43662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4762500"/>
            <a:ext cx="667512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Publica, registra avistamentos, conversa, recebe avisos e sugestões, cadastra seus pets e pede ou analisa comprovação de tutela.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2960" y="7109460"/>
            <a:ext cx="667512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2960" y="7505700"/>
            <a:ext cx="6675120" cy="238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245801" y="-106337"/>
            <a:ext cx="9304811" cy="10431437"/>
            <a:chOff x="0" y="0"/>
            <a:chExt cx="12406414" cy="139085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" t="0" r="-8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57565" y="124577"/>
            <a:ext cx="11398691" cy="10669181"/>
            <a:chOff x="0" y="0"/>
            <a:chExt cx="15198255" cy="142255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98217" cy="14225524"/>
            </a:xfrm>
            <a:custGeom>
              <a:avLst/>
              <a:gdLst/>
              <a:ahLst/>
              <a:cxnLst/>
              <a:rect r="r" b="b" t="t" l="l"/>
              <a:pathLst>
                <a:path h="14225524" w="15198217">
                  <a:moveTo>
                    <a:pt x="0" y="0"/>
                  </a:moveTo>
                  <a:lnTo>
                    <a:pt x="15198217" y="0"/>
                  </a:lnTo>
                  <a:lnTo>
                    <a:pt x="15198217" y="14225524"/>
                  </a:lnTo>
                  <a:lnTo>
                    <a:pt x="0" y="14225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2" r="0" b="-2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1869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25892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preferências de aviso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37566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377799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56438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96671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75310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15543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94182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734415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AnimalEstimacao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8130540"/>
            <a:ext cx="603504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8532876"/>
            <a:ext cx="603504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pelo administrador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3444" y="2163604"/>
            <a:ext cx="5914072" cy="6554153"/>
            <a:chOff x="0" y="0"/>
            <a:chExt cx="7885430" cy="87388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85430" cy="8738870"/>
            </a:xfrm>
            <a:custGeom>
              <a:avLst/>
              <a:gdLst/>
              <a:ahLst/>
              <a:cxnLst/>
              <a:rect r="r" b="b" t="t" l="l"/>
              <a:pathLst>
                <a:path h="8738870" w="7885430">
                  <a:moveTo>
                    <a:pt x="0" y="0"/>
                  </a:moveTo>
                  <a:lnTo>
                    <a:pt x="7885430" y="0"/>
                  </a:lnTo>
                  <a:lnTo>
                    <a:pt x="788543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88720" y="2264664"/>
            <a:ext cx="530352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924324" y="2163604"/>
            <a:ext cx="5365432" cy="6554153"/>
            <a:chOff x="0" y="0"/>
            <a:chExt cx="7153910" cy="87388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53910" cy="8738870"/>
            </a:xfrm>
            <a:custGeom>
              <a:avLst/>
              <a:gdLst/>
              <a:ahLst/>
              <a:cxnLst/>
              <a:rect r="r" b="b" t="t" l="l"/>
              <a:pathLst>
                <a:path h="8738870" w="7153910">
                  <a:moveTo>
                    <a:pt x="0" y="0"/>
                  </a:moveTo>
                  <a:lnTo>
                    <a:pt x="7153910" y="0"/>
                  </a:lnTo>
                  <a:lnTo>
                    <a:pt x="715391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229600" y="2264664"/>
            <a:ext cx="47548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416564" y="2163604"/>
            <a:ext cx="2987992" cy="6554153"/>
            <a:chOff x="0" y="0"/>
            <a:chExt cx="3983990" cy="87388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3990" cy="8738870"/>
            </a:xfrm>
            <a:custGeom>
              <a:avLst/>
              <a:gdLst/>
              <a:ahLst/>
              <a:cxnLst/>
              <a:rect r="r" b="b" t="t" l="l"/>
              <a:pathLst>
                <a:path h="8738870" w="3983990">
                  <a:moveTo>
                    <a:pt x="0" y="0"/>
                  </a:moveTo>
                  <a:lnTo>
                    <a:pt x="3983990" y="0"/>
                  </a:lnTo>
                  <a:lnTo>
                    <a:pt x="3983990" y="8738870"/>
                  </a:lnTo>
                  <a:lnTo>
                    <a:pt x="0" y="87388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721840" y="2264664"/>
            <a:ext cx="237744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2" id="22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33" id="33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44" id="44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55" id="55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00016" y="6294406"/>
            <a:ext cx="1920240" cy="728948"/>
            <a:chOff x="0" y="0"/>
            <a:chExt cx="2560320" cy="9719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66" id="6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56816" y="7390924"/>
            <a:ext cx="1920240" cy="728948"/>
            <a:chOff x="0" y="0"/>
            <a:chExt cx="2560320" cy="9719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700016" y="3001804"/>
            <a:ext cx="1920240" cy="728948"/>
            <a:chOff x="0" y="0"/>
            <a:chExt cx="2560320" cy="9719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88" id="88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99" id="99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110" id="110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956816" y="6294406"/>
            <a:ext cx="1920240" cy="728948"/>
            <a:chOff x="0" y="0"/>
            <a:chExt cx="2560320" cy="97193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60320" cy="971932"/>
            </a:xfrm>
            <a:custGeom>
              <a:avLst/>
              <a:gdLst/>
              <a:ahLst/>
              <a:cxnLst/>
              <a:rect r="r" b="b" t="t" l="l"/>
              <a:pathLst>
                <a:path h="9719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2"/>
                  </a:lnTo>
                  <a:lnTo>
                    <a:pt x="0" y="97193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28" r="0" b="-132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2560320" cy="1019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21" id="12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122" id="122"/>
          <p:cNvSpPr txBox="true"/>
          <p:nvPr/>
        </p:nvSpPr>
        <p:spPr>
          <a:xfrm rot="0">
            <a:off x="9052560" y="291846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9052560" y="335889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24" id="12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127" r="0" b="-2127"/>
              </a:stretch>
            </a:blipFill>
          </p:spPr>
        </p:sp>
      </p:grpSp>
      <p:sp>
        <p:nvSpPr>
          <p:cNvPr name="TextBox 126" id="126"/>
          <p:cNvSpPr txBox="true"/>
          <p:nvPr/>
        </p:nvSpPr>
        <p:spPr>
          <a:xfrm rot="0">
            <a:off x="9052560" y="401574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052560" y="445617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29" id="12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9052560" y="511302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052560" y="555345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32" id="13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33" id="13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9052560" y="621030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9052560" y="665073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37" id="13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38" id="138"/>
          <p:cNvSpPr txBox="true"/>
          <p:nvPr/>
        </p:nvSpPr>
        <p:spPr>
          <a:xfrm rot="0">
            <a:off x="9052560" y="7307580"/>
            <a:ext cx="402336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9052560" y="7748016"/>
            <a:ext cx="402336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721840" y="4472940"/>
            <a:ext cx="256032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4721840" y="4913376"/>
            <a:ext cx="25603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143" id="14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44" id="144"/>
          <p:cNvSpPr txBox="true"/>
          <p:nvPr/>
        </p:nvSpPr>
        <p:spPr>
          <a:xfrm rot="0">
            <a:off x="14721840" y="6484620"/>
            <a:ext cx="2560320" cy="59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721840" y="6925056"/>
            <a:ext cx="256032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46" id="146"/>
          <p:cNvSpPr/>
          <p:nvPr/>
        </p:nvSpPr>
        <p:spPr>
          <a:xfrm rot="58740">
            <a:off x="6803155" y="5265420"/>
            <a:ext cx="1115501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7" id="147"/>
          <p:cNvSpPr txBox="true"/>
          <p:nvPr/>
        </p:nvSpPr>
        <p:spPr>
          <a:xfrm rot="0">
            <a:off x="6675120" y="4511040"/>
            <a:ext cx="13716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48" id="148"/>
          <p:cNvSpPr/>
          <p:nvPr/>
        </p:nvSpPr>
        <p:spPr>
          <a:xfrm rot="58740">
            <a:off x="13295395" y="5265420"/>
            <a:ext cx="1115501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49" id="149"/>
          <p:cNvSpPr txBox="true"/>
          <p:nvPr/>
        </p:nvSpPr>
        <p:spPr>
          <a:xfrm rot="0">
            <a:off x="13167360" y="4511040"/>
            <a:ext cx="13716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51" id="15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4444" r="0" b="-4445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5087600" y="5687568"/>
            <a:ext cx="329184" cy="329184"/>
            <a:chOff x="0" y="0"/>
            <a:chExt cx="438912" cy="438912"/>
          </a:xfrm>
        </p:grpSpPr>
        <p:sp>
          <p:nvSpPr>
            <p:cNvPr name="Freeform 163" id="163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2627376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3" id="13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7" id="17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1" id="21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AutoShape 22" id="22"/>
          <p:cNvSpPr/>
          <p:nvPr/>
        </p:nvSpPr>
        <p:spPr>
          <a:xfrm rot="1980">
            <a:off x="890578" y="3949446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914400" y="4511040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127" r="0" b="-212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1980">
            <a:off x="890578" y="583311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6394704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AutoShape 40" id="40"/>
          <p:cNvSpPr/>
          <p:nvPr/>
        </p:nvSpPr>
        <p:spPr>
          <a:xfrm rot="1980">
            <a:off x="890578" y="7716774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4400" y="8278368"/>
            <a:ext cx="457200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528816" y="7938797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57411" y="7938797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455267" y="7938797"/>
            <a:ext cx="768096" cy="768096"/>
            <a:chOff x="0" y="0"/>
            <a:chExt cx="102412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183862" y="7938797"/>
            <a:ext cx="768096" cy="768096"/>
            <a:chOff x="0" y="0"/>
            <a:chExt cx="1024128" cy="10241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12457" y="7938797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49590" t="0" r="-49590" b="0"/>
              </a:stretch>
            </a:blip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9986007" y="7950227"/>
            <a:ext cx="508760" cy="745236"/>
          </a:xfrm>
          <a:custGeom>
            <a:avLst/>
            <a:gdLst/>
            <a:ahLst/>
            <a:cxnLst/>
            <a:rect r="r" b="b" t="t" l="l"/>
            <a:pathLst>
              <a:path h="745236" w="508760">
                <a:moveTo>
                  <a:pt x="0" y="0"/>
                </a:moveTo>
                <a:lnTo>
                  <a:pt x="508760" y="0"/>
                </a:lnTo>
                <a:lnTo>
                  <a:pt x="508760" y="745236"/>
                </a:lnTo>
                <a:lnTo>
                  <a:pt x="0" y="7452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1992" t="0" r="-1992" b="-6483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2118360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2993136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2993136"/>
            <a:ext cx="18288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2993136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4400" y="4002024"/>
            <a:ext cx="4572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029184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912848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796512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680176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563840" y="4876800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14400" y="5885688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998464" y="6760464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82128" y="6760464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14400" y="7769352"/>
            <a:ext cx="45720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998464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772400" y="8644128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390888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043782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808955" y="8644128"/>
            <a:ext cx="18288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459828" y="86441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053328" y="4861560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5345918" y="2993136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6641053" y="7938797"/>
            <a:ext cx="768096" cy="768096"/>
            <a:chOff x="0" y="0"/>
            <a:chExt cx="1024128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6110701" y="8647739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21564"/>
            <a:ext cx="6858000" cy="55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144000" y="2604135"/>
            <a:ext cx="822960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0" y="3737610"/>
            <a:ext cx="80467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27" id="27"/>
          <p:cNvSpPr/>
          <p:nvPr/>
        </p:nvSpPr>
        <p:spPr>
          <a:xfrm rot="1980">
            <a:off x="885815" y="5462588"/>
            <a:ext cx="165163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1440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8368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8368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52960" y="5987415"/>
            <a:ext cx="512064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52960" y="6612636"/>
            <a:ext cx="512064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8631555"/>
            <a:ext cx="164592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5478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3" id="13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80160" y="7806138"/>
            <a:ext cx="566928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63940"/>
            <a:ext cx="640080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969447" y="6767065"/>
            <a:ext cx="2942863" cy="111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2324576"/>
            <a:ext cx="3218593" cy="2249996"/>
            <a:chOff x="0" y="0"/>
            <a:chExt cx="4291457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4944075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2324576"/>
            <a:ext cx="3218593" cy="2249996"/>
            <a:chOff x="0" y="0"/>
            <a:chExt cx="4291457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4944075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2324576"/>
            <a:ext cx="3218593" cy="2249996"/>
            <a:chOff x="0" y="0"/>
            <a:chExt cx="4291457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4475978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4944075"/>
            <a:ext cx="3218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397115" y="5849998"/>
            <a:ext cx="3218593" cy="2249996"/>
            <a:chOff x="0" y="0"/>
            <a:chExt cx="4291457" cy="299999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40711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07116" y="8469497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802464" y="5849998"/>
            <a:ext cx="3218593" cy="2249996"/>
            <a:chOff x="0" y="0"/>
            <a:chExt cx="4291457" cy="2999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81246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12466" y="8469497"/>
            <a:ext cx="321865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4207804" y="5849998"/>
            <a:ext cx="3218593" cy="2249996"/>
            <a:chOff x="0" y="0"/>
            <a:chExt cx="4291457" cy="29999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4217806" y="8001400"/>
            <a:ext cx="3218659" cy="6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217806" y="8469497"/>
            <a:ext cx="3218659" cy="62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2783682"/>
            <a:ext cx="3163824" cy="6474618"/>
            <a:chOff x="0" y="0"/>
            <a:chExt cx="4218432" cy="8632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18432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294" r="0" b="-429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77844" y="2183318"/>
            <a:ext cx="1299977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669280" y="2783682"/>
            <a:ext cx="3163824" cy="6474618"/>
            <a:chOff x="0" y="0"/>
            <a:chExt cx="4218432" cy="8632824"/>
          </a:xfrm>
        </p:grpSpPr>
        <p:sp>
          <p:nvSpPr>
            <p:cNvPr name="Freeform 15" id="15" descr="/tmp/un/ppt/media/image39.jpeg"/>
            <p:cNvSpPr/>
            <p:nvPr/>
          </p:nvSpPr>
          <p:spPr>
            <a:xfrm flipH="false" flipV="false" rot="0">
              <a:off x="0" y="0"/>
              <a:ext cx="4218432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266" r="0" b="-426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77356" y="2183318"/>
            <a:ext cx="1947672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94164" y="2783682"/>
            <a:ext cx="3162300" cy="6474618"/>
            <a:chOff x="0" y="0"/>
            <a:chExt cx="4216400" cy="8632824"/>
          </a:xfrm>
        </p:grpSpPr>
        <p:sp>
          <p:nvSpPr>
            <p:cNvPr name="Freeform 18" id="18" descr="/tmp/un/ppt/media/image40.jpeg"/>
            <p:cNvSpPr/>
            <p:nvPr/>
          </p:nvSpPr>
          <p:spPr>
            <a:xfrm flipH="false" flipV="false" rot="0">
              <a:off x="0" y="0"/>
              <a:ext cx="4216400" cy="8632824"/>
            </a:xfrm>
            <a:custGeom>
              <a:avLst/>
              <a:gdLst/>
              <a:ahLst/>
              <a:cxnLst/>
              <a:rect r="r" b="b" t="t" l="l"/>
              <a:pathLst>
                <a:path h="8632824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8632824"/>
                  </a:lnTo>
                  <a:lnTo>
                    <a:pt x="0" y="8632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40" r="0" b="-42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6000">
            <a:off x="13746931" y="2780930"/>
            <a:ext cx="3176111" cy="6474604"/>
            <a:chOff x="0" y="0"/>
            <a:chExt cx="4234815" cy="8632805"/>
          </a:xfrm>
        </p:grpSpPr>
        <p:sp>
          <p:nvSpPr>
            <p:cNvPr name="Freeform 20" id="20" descr="/tmp/un/ppt/media/image41.jpeg"/>
            <p:cNvSpPr/>
            <p:nvPr/>
          </p:nvSpPr>
          <p:spPr>
            <a:xfrm flipH="false" flipV="false" rot="0">
              <a:off x="0" y="0"/>
              <a:ext cx="4234815" cy="8632818"/>
            </a:xfrm>
            <a:custGeom>
              <a:avLst/>
              <a:gdLst/>
              <a:ahLst/>
              <a:cxnLst/>
              <a:rect r="r" b="b" t="t" l="l"/>
              <a:pathLst>
                <a:path h="8632818" w="4234815">
                  <a:moveTo>
                    <a:pt x="0" y="6768"/>
                  </a:moveTo>
                  <a:lnTo>
                    <a:pt x="4218432" y="0"/>
                  </a:lnTo>
                  <a:lnTo>
                    <a:pt x="4234815" y="8626049"/>
                  </a:lnTo>
                  <a:lnTo>
                    <a:pt x="16383" y="8632818"/>
                  </a:lnTo>
                  <a:lnTo>
                    <a:pt x="0" y="6768"/>
                  </a:lnTo>
                  <a:close/>
                </a:path>
              </a:pathLst>
            </a:custGeom>
            <a:blipFill>
              <a:blip r:embed="rId9"/>
              <a:stretch>
                <a:fillRect l="0" t="-4477" r="0" b="-447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50059" y="2180559"/>
            <a:ext cx="1850509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77171" y="2180559"/>
            <a:ext cx="2715632" cy="3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099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15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36168" y="2336168"/>
            <a:ext cx="13615702" cy="6574822"/>
            <a:chOff x="0" y="0"/>
            <a:chExt cx="18154269" cy="87664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54269" cy="8766429"/>
            </a:xfrm>
            <a:custGeom>
              <a:avLst/>
              <a:gdLst/>
              <a:ahLst/>
              <a:cxnLst/>
              <a:rect r="r" b="b" t="t" l="l"/>
              <a:pathLst>
                <a:path h="8766429" w="18154269">
                  <a:moveTo>
                    <a:pt x="0" y="0"/>
                  </a:moveTo>
                  <a:lnTo>
                    <a:pt x="18154269" y="0"/>
                  </a:lnTo>
                  <a:lnTo>
                    <a:pt x="18154269" y="8766429"/>
                  </a:lnTo>
                  <a:lnTo>
                    <a:pt x="0" y="87664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5" id="15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77440" y="7086600"/>
            <a:ext cx="1353312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de 10 a 25/09/2026, no Redmi Note 13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58368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368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834516"/>
            </a:xfrm>
            <a:custGeom>
              <a:avLst/>
              <a:gdLst/>
              <a:ahLst/>
              <a:cxnLst/>
              <a:rect r="r" b="b" t="t" l="l"/>
              <a:pathLst>
                <a:path h="183451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6"/>
                  </a:lnTo>
                  <a:lnTo>
                    <a:pt x="0" y="18345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761" t="0" r="-27176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252960" y="2430780"/>
            <a:ext cx="18288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380238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52960" y="4381500"/>
            <a:ext cx="4937760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Segurança: triagem com o MobSF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1980">
            <a:off x="890578" y="3277553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1440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em versões antigas do Android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368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3811905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52960" y="4457700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432 assinaturas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075045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(MobSF 4.5.4, 14/10/2026): aponta itens para revisão, não vulnerabilidades confirmadas.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144000" y="2613660"/>
            <a:ext cx="82296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3794760"/>
            <a:ext cx="804672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23" id="23"/>
          <p:cNvSpPr/>
          <p:nvPr/>
        </p:nvSpPr>
        <p:spPr>
          <a:xfrm rot="1980">
            <a:off x="890578" y="5467350"/>
            <a:ext cx="165068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1440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8368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368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52960" y="5996940"/>
            <a:ext cx="512064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52960" y="6650736"/>
            <a:ext cx="512064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8679180"/>
            <a:ext cx="16459200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68580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6"/>
            </a:xfrm>
            <a:custGeom>
              <a:avLst/>
              <a:gdLst/>
              <a:ahLst/>
              <a:cxnLst/>
              <a:rect r="r" b="b" t="t" l="l"/>
              <a:pathLst>
                <a:path h="246697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6"/>
                  </a:lnTo>
                  <a:lnTo>
                    <a:pt x="0" y="24669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0" r="0" b="-20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5836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00" y="4876800"/>
            <a:ext cx="4572000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6507480"/>
            <a:ext cx="47548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7071360"/>
            <a:ext cx="4572000" cy="14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7" id="17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" t="0" r="-2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583680" y="8039100"/>
            <a:ext cx="10789920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417445"/>
            <a:ext cx="9144000" cy="64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88945"/>
            <a:ext cx="6400800" cy="242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520690"/>
            <a:ext cx="155448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566535"/>
            <a:ext cx="15544800" cy="8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66835"/>
            <a:ext cx="1645920" cy="48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359664"/>
            <a:ext cx="146304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6"/>
            </a:xfrm>
            <a:custGeom>
              <a:avLst/>
              <a:gdLst/>
              <a:ahLst/>
              <a:cxnLst/>
              <a:rect r="r" b="b" t="t" l="l"/>
              <a:pathLst>
                <a:path h="149161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6"/>
                  </a:lnTo>
                  <a:lnTo>
                    <a:pt x="0" y="14916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676" r="0" b="-23667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6" id="16"/>
          <p:cNvSpPr/>
          <p:nvPr/>
        </p:nvSpPr>
        <p:spPr>
          <a:xfrm rot="4680">
            <a:off x="2738447" y="5650230"/>
            <a:ext cx="698755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2252960" y="2118360"/>
            <a:ext cx="51206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52960" y="3063240"/>
            <a:ext cx="5120640" cy="608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862648" indent="-172530" lvl="4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9" id="19"/>
          <p:cNvSpPr/>
          <p:nvPr/>
        </p:nvSpPr>
        <p:spPr>
          <a:xfrm rot="4680">
            <a:off x="8408670" y="5650230"/>
            <a:ext cx="698755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983" r="0" b="-2549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739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857" r="0" b="-2348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2145030"/>
            <a:ext cx="7863840" cy="70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github.com/MobSF.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72600" y="2145030"/>
            <a:ext cx="7863840" cy="704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recomendação de rotas para buscar animais desaparecidos. In: ERES, 6., 2022.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459200" y="95859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65420"/>
            <a:ext cx="146304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629400"/>
            <a:ext cx="146304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780020"/>
            <a:ext cx="1463040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496300"/>
            <a:ext cx="14630400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671512"/>
            <a:ext cx="146304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qualificacao apresentacao tcc - wefind</dc:title>
</cp:coreProperties>
</file>