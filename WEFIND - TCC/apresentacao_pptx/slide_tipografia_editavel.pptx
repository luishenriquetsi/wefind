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86" r:id="rId45"/>
  </p:sldIdLst>
  <p:sldSz cx="18288000" cy="10287000"/>
  <p:notesSz cx="6858000" cy="9144000"/>
  <p:embeddedFontLst>
    <p:embeddedFont>
      <p:font typeface="Cooper BT Bold" charset="1" panose="0208080404030B020404"/>
      <p:regular r:id="rId36"/>
    </p:embeddedFont>
    <p:embeddedFont>
      <p:font typeface="Cooper BT Light" charset="1" panose="0208050304030B020404"/>
      <p:regular r:id="rId37"/>
    </p:embeddedFont>
    <p:embeddedFont>
      <p:font typeface="Cambria Bold" charset="1" panose="02040803050406030204"/>
      <p:regular r:id="rId38"/>
    </p:embeddedFont>
    <p:embeddedFont>
      <p:font typeface="Calibri (MS)" charset="1" panose="020F0502020204030204"/>
      <p:regular r:id="rId39"/>
    </p:embeddedFont>
    <p:embeddedFont>
      <p:font typeface="Calibri (MS) Bold" charset="1" panose="020F0702030404030204"/>
      <p:regular r:id="rId40"/>
    </p:embeddedFont>
    <p:embeddedFont>
      <p:font typeface="Calibri (MS) Italics" charset="1" panose="020F05020202040A0204"/>
      <p:regular r:id="rId41"/>
    </p:embeddedFont>
    <p:embeddedFont>
      <p:font typeface="Roboto Bold" charset="1" panose="02000000000000000000"/>
      <p:regular r:id="rId42"/>
    </p:embeddedFont>
    <p:embeddedFont>
      <p:font typeface="Roboto" charset="1" panose="02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36" Type="http://schemas.openxmlformats.org/officeDocument/2006/relationships/font" Target="fonts/font36.fntdata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notesMaster" Target="notesMasters/notesMaster1.xml"/><Relationship Id="rId45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Escolhi a Roboto, padrão do Android e do Material Design, gratuita e com todos os acentos do português.</a:t>
            </a:r>
          </a:p>
          <a:p>
            <a:r>
              <a:t>Usei três pesos: negrito para títulos e números, médio para botões e regular para o texto.</a:t>
            </a:r>
          </a:p>
          <a:p>
            <a:r>
              <a:t>Os tamanhos seguem o Material Design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notesSlide" Target="../notesSlides/notesSlide1.xml"/></Relationships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Tipografia: Roboto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89" id="8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91" id="9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93" id="9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914400" y="188214"/>
            <a:ext cx="6858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3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14400" y="2286000"/>
            <a:ext cx="5669280" cy="6675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325880" y="2586000"/>
            <a:ext cx="4846320" cy="1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>
                <a:solidFill>
                  <a:srgbClr val="2E5634"/>
                </a:solidFill>
                <a:latin typeface="Roboto"/>
              </a:rPr>
              <a:t>Aa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325880" y="4336000"/>
            <a:ext cx="484632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0F172A"/>
                </a:solidFill>
                <a:latin typeface="Roboto"/>
              </a:rPr>
              <a:t>Roboto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325880" y="5086000"/>
            <a:ext cx="484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 (MS)"/>
              </a:rPr>
              <a:t>Christian Robertson · Google, 2011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325880" y="5586000"/>
            <a:ext cx="484632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1734A"/>
                </a:solidFill>
                <a:latin typeface="Calibri (MS)"/>
              </a:rPr>
              <a:t>•  </a:t>
            </a:r>
            <a:r>
              <a:rPr sz="1600" b="0">
                <a:solidFill>
                  <a:srgbClr val="0F172A"/>
                </a:solidFill>
                <a:latin typeface="Calibri (MS)"/>
              </a:rPr>
              <a:t>Fonte padrão do Android e do Material Design</a:t>
            </a:r>
          </a:p>
          <a:p>
            <a:pPr algn="l"/>
            <a:r>
              <a:rPr sz="1600" b="1">
                <a:solidFill>
                  <a:srgbClr val="B1734A"/>
                </a:solidFill>
                <a:latin typeface="Calibri (MS)"/>
              </a:rPr>
              <a:t>•  </a:t>
            </a:r>
            <a:r>
              <a:rPr sz="1600" b="0">
                <a:solidFill>
                  <a:srgbClr val="0F172A"/>
                </a:solidFill>
                <a:latin typeface="Calibri (MS)"/>
              </a:rPr>
              <a:t>Licença aberta (Apache 2.0)</a:t>
            </a:r>
          </a:p>
          <a:p>
            <a:pPr algn="l"/>
            <a:r>
              <a:rPr sz="1600" b="1">
                <a:solidFill>
                  <a:srgbClr val="B1734A"/>
                </a:solidFill>
                <a:latin typeface="Calibri (MS)"/>
              </a:rPr>
              <a:t>•  </a:t>
            </a:r>
            <a:r>
              <a:rPr sz="1600" b="0">
                <a:solidFill>
                  <a:srgbClr val="0F172A"/>
                </a:solidFill>
                <a:latin typeface="Calibri (MS)"/>
              </a:rPr>
              <a:t>Cobre os acentos do português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325880" y="6936000"/>
            <a:ext cx="484632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2E5634"/>
                </a:solidFill>
                <a:latin typeface="Roboto"/>
              </a:rPr>
              <a:t>ABCDEFGHIJKLMNOPQRSTUVWXYZ</a:t>
            </a:r>
          </a:p>
          <a:p>
            <a:pPr algn="l"/>
            <a:r>
              <a:rPr sz="1700" b="0">
                <a:solidFill>
                  <a:srgbClr val="2E5634"/>
                </a:solidFill>
                <a:latin typeface="Roboto"/>
              </a:rPr>
              <a:t>abcdefghijklmnopqrstuvwxyz</a:t>
            </a:r>
          </a:p>
          <a:p>
            <a:pPr algn="l"/>
            <a:r>
              <a:rPr sz="1700" b="0">
                <a:solidFill>
                  <a:srgbClr val="2E5634"/>
                </a:solidFill>
                <a:latin typeface="Roboto"/>
              </a:rPr>
              <a:t>0123456789   ÁÉÍÓÚ ÂÊÔ ÃÕ Ç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903720" y="2286000"/>
            <a:ext cx="1046988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1734A"/>
                </a:solidFill>
                <a:latin typeface="Calibri (MS)"/>
              </a:rPr>
              <a:t>TRÊS PESOS DA FONTE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903720" y="2716000"/>
            <a:ext cx="3337560" cy="22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132320" y="2916000"/>
            <a:ext cx="288036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1734A"/>
                </a:solidFill>
                <a:latin typeface="Roboto"/>
              </a:rPr>
              <a:t>Bold 700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132320" y="3276000"/>
            <a:ext cx="288036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2E5634"/>
                </a:solidFill>
                <a:latin typeface="Roboto"/>
              </a:rPr>
              <a:t>Aa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132320" y="4216000"/>
            <a:ext cx="2880360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 (MS)"/>
              </a:rPr>
              <a:t>Títulos e números de destaque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0469880" y="2716000"/>
            <a:ext cx="3337560" cy="22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698480" y="2916000"/>
            <a:ext cx="288036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B1734A"/>
                </a:solidFill>
                <a:latin typeface="Roboto Medium"/>
              </a:rPr>
              <a:t>Medium 500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698480" y="3276000"/>
            <a:ext cx="288036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0">
                <a:solidFill>
                  <a:srgbClr val="2E5634"/>
                </a:solidFill>
                <a:latin typeface="Roboto Medium"/>
              </a:rPr>
              <a:t>Aa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698480" y="4216000"/>
            <a:ext cx="2880360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 (MS)"/>
              </a:rPr>
              <a:t>Botões e rótulos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4036040" y="2716000"/>
            <a:ext cx="3337560" cy="22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264640" y="2916000"/>
            <a:ext cx="288036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B1734A"/>
                </a:solidFill>
                <a:latin typeface="Roboto"/>
              </a:rPr>
              <a:t>Regular 400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264640" y="3276000"/>
            <a:ext cx="288036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0">
                <a:solidFill>
                  <a:srgbClr val="2E5634"/>
                </a:solidFill>
                <a:latin typeface="Roboto"/>
              </a:rPr>
              <a:t>Aa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4264640" y="4216000"/>
            <a:ext cx="2880360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 (MS)"/>
              </a:rPr>
              <a:t>Texto corrido e descrições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903720" y="5184600"/>
            <a:ext cx="10469880" cy="3776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178040" y="5364600"/>
            <a:ext cx="992124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1734A"/>
                </a:solidFill>
                <a:latin typeface="Calibri (MS)"/>
              </a:rPr>
              <a:t>ESCALA TIPOGRÁFICA</a:t>
            </a:r>
            <a:r>
              <a:rPr sz="1300" b="0">
                <a:solidFill>
                  <a:srgbClr val="64748B"/>
                </a:solidFill>
                <a:latin typeface="Calibri (MS)"/>
              </a:rPr>
              <a:t>   referência: Material Design 3 (sp)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178040" y="5784600"/>
            <a:ext cx="3403396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 (MS)"/>
              </a:rPr>
              <a:t>Título de tela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Calibri (MS)"/>
              </a:rPr>
              <a:t>Bold 700 · 28 sp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672876" y="5784600"/>
            <a:ext cx="10469880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5634"/>
                </a:solidFill>
                <a:latin typeface="Roboto"/>
              </a:rPr>
              <a:t>Cachorro perdido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7178040" y="6369904"/>
            <a:ext cx="992124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66" name="TextBox 165"/>
          <p:cNvSpPr txBox="1"/>
          <p:nvPr/>
        </p:nvSpPr>
        <p:spPr>
          <a:xfrm>
            <a:off x="7178040" y="6399904"/>
            <a:ext cx="3403396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 (MS)"/>
              </a:rPr>
              <a:t>Título de seção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Calibri (MS)"/>
              </a:rPr>
              <a:t>Bold 700 · 22 sp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672876" y="6399904"/>
            <a:ext cx="10469880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2E5634"/>
                </a:solidFill>
                <a:latin typeface="Roboto"/>
              </a:rPr>
              <a:t>Últimos avistamentos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7178040" y="6985208"/>
            <a:ext cx="992124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69" name="TextBox 168"/>
          <p:cNvSpPr txBox="1"/>
          <p:nvPr/>
        </p:nvSpPr>
        <p:spPr>
          <a:xfrm>
            <a:off x="7178040" y="7015208"/>
            <a:ext cx="3403396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 (MS)"/>
              </a:rPr>
              <a:t>Corpo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Calibri (MS)"/>
              </a:rPr>
              <a:t>Regular 400 · 16 sp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672876" y="7015208"/>
            <a:ext cx="10469880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Roboto"/>
              </a:rPr>
              <a:t>Visto perto da praça, coleira verde.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7178040" y="7600512"/>
            <a:ext cx="992124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72" name="TextBox 171"/>
          <p:cNvSpPr txBox="1"/>
          <p:nvPr/>
        </p:nvSpPr>
        <p:spPr>
          <a:xfrm>
            <a:off x="7178040" y="7630512"/>
            <a:ext cx="3403396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 (MS)"/>
              </a:rPr>
              <a:t>Botão e rótulo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Calibri (MS)"/>
              </a:rPr>
              <a:t>Medium 500 · 14 sp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0672876" y="7716655"/>
            <a:ext cx="3200400" cy="443018"/>
          </a:xfrm>
          <a:prstGeom prst="roundRect">
            <a:avLst>
              <a:gd name="adj" fmla="val 50000"/>
            </a:avLst>
          </a:prstGeom>
          <a:solidFill>
            <a:srgbClr val="2E5634"/>
          </a:solidFill>
          <a:ln>
            <a:noFill/>
          </a:ln>
        </p:spPr>
        <p:txBody>
          <a:bodyPr rtlCol="0" anchor="ctr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Roboto Medium"/>
              </a:rPr>
              <a:t>Registrar avistamento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4056156" y="7716655"/>
            <a:ext cx="1280160" cy="44301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txBody>
          <a:bodyPr rtlCol="0" anchor="ctr" tIns="0" bIns="0"/>
          <a:lstStyle/>
          <a:p>
            <a:pPr algn="ctr"/>
            <a:r>
              <a:rPr sz="1400">
                <a:solidFill>
                  <a:srgbClr val="FFFFFF"/>
                </a:solidFill>
                <a:latin typeface="Roboto Medium"/>
              </a:rPr>
              <a:t>Perdido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7178040" y="8215816"/>
            <a:ext cx="992124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76" name="TextBox 175"/>
          <p:cNvSpPr txBox="1"/>
          <p:nvPr/>
        </p:nvSpPr>
        <p:spPr>
          <a:xfrm>
            <a:off x="7178040" y="8245816"/>
            <a:ext cx="3403396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 (MS)"/>
              </a:rPr>
              <a:t>Legenda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Calibri (MS)"/>
              </a:rPr>
              <a:t>Regular 400 · 12 sp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672876" y="8245816"/>
            <a:ext cx="10469880" cy="615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Roboto"/>
              </a:rPr>
              <a:t>Local aproximado · 300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DAHYmgjp1t8</dc:identifier>
  <dcterms:modified xsi:type="dcterms:W3CDTF">2011-08-01T06:04:30Z</dcterms:modified>
  <cp:revision>1</cp:revision>
  <dc:title>WeFIND - tcc apresentacao sem testes</dc:title>
</cp:coreProperties>
</file>