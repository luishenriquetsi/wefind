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75" r:id="rId25"/>
  </p:sldIdLst>
  <p:sldSz cx="18288000" cy="10287000"/>
  <p:notesSz cx="6858000" cy="9144000"/>
  <p:embeddedFontLst>
    <p:embeddedFont>
      <p:font typeface="Cooper BT Bold" charset="1" panose="0208080404030B020404"/>
      <p:regular r:id="rId42"/>
    </p:embeddedFont>
    <p:embeddedFont>
      <p:font typeface="Cooper BT Light" charset="1" panose="0208050304030B020404"/>
      <p:regular r:id="rId43"/>
    </p:embeddedFont>
    <p:embeddedFont>
      <p:font typeface="Cambria Bold" charset="1" panose="02040803050406030204"/>
      <p:regular r:id="rId44"/>
    </p:embeddedFont>
    <p:embeddedFont>
      <p:font typeface="Calibri (MS)" charset="1" panose="020F0502020204030204"/>
      <p:regular r:id="rId45"/>
    </p:embeddedFont>
    <p:embeddedFont>
      <p:font typeface="Calibri (MS) Bold" charset="1" panose="020F0702030404030204"/>
      <p:regular r:id="rId46"/>
    </p:embeddedFont>
    <p:embeddedFont>
      <p:font typeface="Calibri (MS) Italics" charset="1" panose="020F05020202040A0204"/>
      <p:regular r:id="rId47"/>
    </p:embeddedFont>
    <p:embeddedFont>
      <p:font typeface="Roboto Bold" charset="1" panose="02000000000000000000"/>
      <p:regular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25" Type="http://schemas.openxmlformats.org/officeDocument/2006/relationships/slide" Target="slides/slide20.xml"/><Relationship Id="rId42" Type="http://schemas.openxmlformats.org/officeDocument/2006/relationships/font" Target="fonts/font42.fntdata"/><Relationship Id="rId43" Type="http://schemas.openxmlformats.org/officeDocument/2006/relationships/font" Target="fonts/font43.fntdata"/><Relationship Id="rId44" Type="http://schemas.openxmlformats.org/officeDocument/2006/relationships/font" Target="fonts/font44.fntdata"/><Relationship Id="rId45" Type="http://schemas.openxmlformats.org/officeDocument/2006/relationships/font" Target="fonts/font45.fntdata"/><Relationship Id="rId46" Type="http://schemas.openxmlformats.org/officeDocument/2006/relationships/font" Target="fonts/font46.fntdata"/><Relationship Id="rId47" Type="http://schemas.openxmlformats.org/officeDocument/2006/relationships/font" Target="fonts/font47.fntdata"/><Relationship Id="rId48" Type="http://schemas.openxmlformats.org/officeDocument/2006/relationships/font" Target="fonts/font4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57.png"/><Relationship Id="rId11" Type="http://schemas.openxmlformats.org/officeDocument/2006/relationships/image" Target="../media/image58.png"/><Relationship Id="rId12" Type="http://schemas.openxmlformats.org/officeDocument/2006/relationships/image" Target="../media/image59.png"/><Relationship Id="rId13" Type="http://schemas.openxmlformats.org/officeDocument/2006/relationships/image" Target="../media/image60.png"/><Relationship Id="rId14" Type="http://schemas.openxmlformats.org/officeDocument/2006/relationships/image" Target="../media/image61.png"/><Relationship Id="rId15" Type="http://schemas.openxmlformats.org/officeDocument/2006/relationships/image" Target="../media/image62.png"/><Relationship Id="rId16" Type="http://schemas.openxmlformats.org/officeDocument/2006/relationships/image" Target="../media/image63.png"/><Relationship Id="rId17" Type="http://schemas.openxmlformats.org/officeDocument/2006/relationships/image" Target="../media/image64.png"/><Relationship Id="rId18" Type="http://schemas.openxmlformats.org/officeDocument/2006/relationships/image" Target="../media/image65.png"/><Relationship Id="rId19" Type="http://schemas.openxmlformats.org/officeDocument/2006/relationships/image" Target="../media/image66.png"/><Relationship Id="rId20" Type="http://schemas.openxmlformats.org/officeDocument/2006/relationships/image" Target="../media/image67.png"/><Relationship Id="rId21" Type="http://schemas.openxmlformats.org/officeDocument/2006/relationships/image" Target="../media/image68.png"/><Relationship Id="rId22" Type="http://schemas.openxmlformats.org/officeDocument/2006/relationships/image" Target="../media/image69.png"/><Relationship Id="rId23" Type="http://schemas.openxmlformats.org/officeDocument/2006/relationships/image" Target="../media/image70.png"/><Relationship Id="rId24" Type="http://schemas.openxmlformats.org/officeDocument/2006/relationships/image" Target="../media/image71.png"/><Relationship Id="rId25" Type="http://schemas.openxmlformats.org/officeDocument/2006/relationships/image" Target="../media/image72.png"/><Relationship Id="rId26" Type="http://schemas.openxmlformats.org/officeDocument/2006/relationships/image" Target="../media/image1.png"/></Relationships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07264"/>
            <a:ext cx="68580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  <p:txBody>
            <a:bodyPr/>
            <a:p/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  <p:txBody>
            <a:bodyPr/>
            <a:p/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1529714"/>
            </a:xfrm>
            <a:custGeom>
              <a:avLst/>
              <a:gdLst/>
              <a:ahLst/>
              <a:cxnLst/>
              <a:rect r="r" b="b" t="t" l="l"/>
              <a:pathLst>
                <a:path h="152971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4"/>
                  </a:lnTo>
                  <a:lnTo>
                    <a:pt x="0" y="15297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536" r="0" b="-229536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194560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Arquitetura em três partes</a:t>
              </a:r>
            </a:p>
          </p:txBody>
        </p:sp>
      </p:grpSp>
      <p:sp>
        <p:nvSpPr>
          <p:cNvPr name="TextBox 230" id="230"/>
          <p:cNvSpPr txBox="true"/>
          <p:nvPr/>
        </p:nvSpPr>
        <p:spPr>
          <a:xfrm rot="0">
            <a:off x="16459200" y="94335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20</a:t>
            </a:r>
          </a:p>
        </p:txBody>
      </p:sp>
      <p:grpSp>
        <p:nvGrpSpPr>
          <p:cNvPr name="Group 231" id="23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32" id="23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35" id="23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36" id="23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37" id="237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38" id="238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39" id="239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241" id="241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242" id="242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243" id="243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244" id="244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</p:sp>
      </p:grpSp>
      <p:grpSp>
        <p:nvGrpSpPr>
          <p:cNvPr name="Group 245" id="245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246" id="246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247" id="247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id="250" name="Rounded Rectangle 249"/>
          <p:cNvSpPr/>
          <p:nvPr/>
        </p:nvSpPr>
        <p:spPr>
          <a:xfrm>
            <a:off x="3108960" y="2148840"/>
            <a:ext cx="12070080" cy="1463040"/>
          </a:xfrm>
          <a:prstGeom prst="roundRect">
            <a:avLst>
              <a:gd name="adj" fmla="val 15000"/>
            </a:avLst>
          </a:prstGeom>
          <a:solidFill>
            <a:srgbClr val="EE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3429000" y="2148840"/>
            <a:ext cx="31089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2E5634"/>
                </a:solidFill>
                <a:latin typeface="Cambria Bold"/>
              </a:rPr>
              <a:t>1  Aplicativo</a:t>
            </a:r>
          </a:p>
          <a:p>
            <a:pPr algn="l"/>
            <a:r>
              <a:rPr sz="1700" b="1">
                <a:solidFill>
                  <a:srgbClr val="B1734A"/>
                </a:solidFill>
                <a:latin typeface="Calibri (MS) Bold"/>
              </a:rPr>
              <a:t>onde a pessoa usa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6629400" y="2926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B2A1F"/>
                </a:solidFill>
                <a:latin typeface="Calibri (MS)"/>
              </a:rPr>
              <a:t>React Native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7662672" y="2926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B2A1F"/>
                </a:solidFill>
                <a:latin typeface="Calibri (MS)"/>
              </a:rPr>
              <a:t>Expo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8695944" y="2926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B2A1F"/>
                </a:solidFill>
                <a:latin typeface="Calibri (MS)"/>
              </a:rPr>
              <a:t>JavaScript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9729215" y="2926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B2A1F"/>
                </a:solidFill>
                <a:latin typeface="Calibri (MS)"/>
              </a:rPr>
              <a:t>GPS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10762488" y="2926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B2A1F"/>
                </a:solidFill>
                <a:latin typeface="Calibri (MS)"/>
              </a:rPr>
              <a:t>Mapa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11795760" y="2926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B2A1F"/>
                </a:solidFill>
                <a:latin typeface="Calibri (MS)"/>
              </a:rPr>
              <a:t>Câmera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12829032" y="2926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B2A1F"/>
                </a:solidFill>
                <a:latin typeface="Calibri (MS)"/>
              </a:rPr>
              <a:t>Notificações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3862303" y="292608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B2A1F"/>
                </a:solidFill>
                <a:latin typeface="Calibri (MS)"/>
              </a:rPr>
              <a:t>Google</a:t>
            </a:r>
          </a:p>
        </p:txBody>
      </p:sp>
      <p:cxnSp>
        <p:nvCxnSpPr>
          <p:cNvPr id="260" name="Connector 259"/>
          <p:cNvCxnSpPr/>
          <p:nvPr/>
        </p:nvCxnSpPr>
        <p:spPr>
          <a:xfrm>
            <a:off x="9144000" y="3611880"/>
            <a:ext cx="0" cy="548640"/>
          </a:xfrm>
          <a:prstGeom prst="line">
            <a:avLst/>
          </a:prstGeom>
          <a:ln w="31750">
            <a:solidFill>
              <a:srgbClr val="B17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1" name="TextBox 260"/>
          <p:cNvSpPr txBox="1"/>
          <p:nvPr/>
        </p:nvSpPr>
        <p:spPr>
          <a:xfrm>
            <a:off x="9372600" y="3657600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B1734A"/>
                </a:solidFill>
                <a:latin typeface="Calibri (MS) Bold"/>
              </a:rPr>
              <a:t>HTTPS  ·  conexão segura</a:t>
            </a:r>
          </a:p>
        </p:txBody>
      </p:sp>
      <p:sp>
        <p:nvSpPr>
          <p:cNvPr id="262" name="Rounded Rectangle 261"/>
          <p:cNvSpPr/>
          <p:nvPr/>
        </p:nvSpPr>
        <p:spPr>
          <a:xfrm>
            <a:off x="6949440" y="4251960"/>
            <a:ext cx="4389120" cy="1508760"/>
          </a:xfrm>
          <a:prstGeom prst="roundRect">
            <a:avLst>
              <a:gd name="adj" fmla="val 20000"/>
            </a:avLst>
          </a:prstGeom>
          <a:solidFill>
            <a:srgbClr val="2E5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7223760" y="4544568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8366760" y="4251960"/>
            <a:ext cx="288036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mbria Bold"/>
              </a:rPr>
              <a:t>2  Backend</a:t>
            </a:r>
          </a:p>
          <a:p>
            <a:pPr algn="l"/>
            <a:r>
              <a:rPr sz="1800" b="1">
                <a:solidFill>
                  <a:srgbClr val="FFFFFF"/>
                </a:solidFill>
                <a:latin typeface="Calibri (MS) Bold"/>
              </a:rPr>
              <a:t>Supabase</a:t>
            </a:r>
          </a:p>
          <a:p>
            <a:pPr algn="l"/>
            <a:r>
              <a:rPr sz="1600" b="0">
                <a:solidFill>
                  <a:srgbClr val="D6E4D6"/>
                </a:solidFill>
                <a:latin typeface="Calibri (MS)"/>
              </a:rPr>
              <a:t>onde tudo fica guardado</a:t>
            </a:r>
          </a:p>
        </p:txBody>
      </p:sp>
      <p:sp>
        <p:nvSpPr>
          <p:cNvPr id="265" name="Rounded Rectangle 264"/>
          <p:cNvSpPr/>
          <p:nvPr/>
        </p:nvSpPr>
        <p:spPr>
          <a:xfrm>
            <a:off x="2011680" y="4114800"/>
            <a:ext cx="3931920" cy="868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C9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6" name="Picture 265" descr="lock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212848" y="4297680"/>
            <a:ext cx="502920" cy="502920"/>
          </a:xfrm>
          <a:prstGeom prst="rect">
            <a:avLst/>
          </a:prstGeom>
        </p:spPr>
      </p:pic>
      <p:sp>
        <p:nvSpPr>
          <p:cNvPr id="267" name="TextBox 266"/>
          <p:cNvSpPr txBox="1"/>
          <p:nvPr/>
        </p:nvSpPr>
        <p:spPr>
          <a:xfrm>
            <a:off x="2880360" y="4114800"/>
            <a:ext cx="2971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1B2A1F"/>
                </a:solidFill>
                <a:latin typeface="Calibri (MS) Bold"/>
              </a:rPr>
              <a:t>Supabase Auth</a:t>
            </a:r>
          </a:p>
          <a:p>
            <a:pPr algn="l"/>
            <a:r>
              <a:rPr sz="1600" b="0">
                <a:solidFill>
                  <a:srgbClr val="5B6B5F"/>
                </a:solidFill>
                <a:latin typeface="Calibri (MS)"/>
              </a:rPr>
              <a:t>login, inclusive com Google</a:t>
            </a:r>
          </a:p>
        </p:txBody>
      </p:sp>
      <p:sp>
        <p:nvSpPr>
          <p:cNvPr id="268" name="Rounded Rectangle 267"/>
          <p:cNvSpPr/>
          <p:nvPr/>
        </p:nvSpPr>
        <p:spPr>
          <a:xfrm>
            <a:off x="2011680" y="5029200"/>
            <a:ext cx="3931920" cy="868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C9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2880360" y="5029200"/>
            <a:ext cx="2971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1B2A1F"/>
                </a:solidFill>
                <a:latin typeface="Calibri (MS) Bold"/>
              </a:rPr>
              <a:t>PostgreSQL + RLS</a:t>
            </a:r>
          </a:p>
          <a:p>
            <a:pPr algn="l"/>
            <a:r>
              <a:rPr sz="1600" b="0">
                <a:solidFill>
                  <a:srgbClr val="5B6B5F"/>
                </a:solidFill>
                <a:latin typeface="Calibri (MS)"/>
              </a:rPr>
              <a:t>banco e regras de acesso</a:t>
            </a:r>
          </a:p>
        </p:txBody>
      </p:sp>
      <p:sp>
        <p:nvSpPr>
          <p:cNvPr id="270" name="Rounded Rectangle 269"/>
          <p:cNvSpPr/>
          <p:nvPr/>
        </p:nvSpPr>
        <p:spPr>
          <a:xfrm>
            <a:off x="12344400" y="4114800"/>
            <a:ext cx="3931920" cy="868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C9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13213080" y="4114800"/>
            <a:ext cx="2971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1B2A1F"/>
                </a:solidFill>
                <a:latin typeface="Calibri (MS) Bold"/>
              </a:rPr>
              <a:t>Storage</a:t>
            </a:r>
          </a:p>
          <a:p>
            <a:pPr algn="l"/>
            <a:r>
              <a:rPr sz="1600" b="0">
                <a:solidFill>
                  <a:srgbClr val="5B6B5F"/>
                </a:solidFill>
                <a:latin typeface="Calibri (MS)"/>
              </a:rPr>
              <a:t>guarda as fotos</a:t>
            </a:r>
          </a:p>
        </p:txBody>
      </p:sp>
      <p:sp>
        <p:nvSpPr>
          <p:cNvPr id="272" name="Rounded Rectangle 271"/>
          <p:cNvSpPr/>
          <p:nvPr/>
        </p:nvSpPr>
        <p:spPr>
          <a:xfrm>
            <a:off x="12344400" y="5029200"/>
            <a:ext cx="3931920" cy="868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C9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13213080" y="5029200"/>
            <a:ext cx="2971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1B2A1F"/>
                </a:solidFill>
                <a:latin typeface="Calibri (MS) Bold"/>
              </a:rPr>
              <a:t>Realtime</a:t>
            </a:r>
          </a:p>
          <a:p>
            <a:pPr algn="l"/>
            <a:r>
              <a:rPr sz="1600" b="0">
                <a:solidFill>
                  <a:srgbClr val="5B6B5F"/>
                </a:solidFill>
                <a:latin typeface="Calibri (MS)"/>
              </a:rPr>
              <a:t>chat e avisos na hora</a:t>
            </a:r>
          </a:p>
        </p:txBody>
      </p:sp>
      <p:cxnSp>
        <p:nvCxnSpPr>
          <p:cNvPr id="274" name="Connector 273"/>
          <p:cNvCxnSpPr/>
          <p:nvPr/>
        </p:nvCxnSpPr>
        <p:spPr>
          <a:xfrm>
            <a:off x="5943600" y="4549140"/>
            <a:ext cx="1005840" cy="0"/>
          </a:xfrm>
          <a:prstGeom prst="line">
            <a:avLst/>
          </a:prstGeom>
          <a:ln w="28575">
            <a:solidFill>
              <a:srgbClr val="C9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>
            <a:off x="11338560" y="4549140"/>
            <a:ext cx="1005840" cy="0"/>
          </a:xfrm>
          <a:prstGeom prst="line">
            <a:avLst/>
          </a:prstGeom>
          <a:ln w="28575">
            <a:solidFill>
              <a:srgbClr val="C9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5943600" y="5463540"/>
            <a:ext cx="1005840" cy="0"/>
          </a:xfrm>
          <a:prstGeom prst="line">
            <a:avLst/>
          </a:prstGeom>
          <a:ln w="28575">
            <a:solidFill>
              <a:srgbClr val="C9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11338560" y="5463540"/>
            <a:ext cx="1005840" cy="0"/>
          </a:xfrm>
          <a:prstGeom prst="line">
            <a:avLst/>
          </a:prstGeom>
          <a:ln w="28575">
            <a:solidFill>
              <a:srgbClr val="C9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8" name="Rounded Rectangle 277"/>
          <p:cNvSpPr/>
          <p:nvPr/>
        </p:nvSpPr>
        <p:spPr>
          <a:xfrm>
            <a:off x="7178040" y="6126480"/>
            <a:ext cx="3931920" cy="868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C9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8046719" y="6126480"/>
            <a:ext cx="2971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1B2A1F"/>
                </a:solidFill>
                <a:latin typeface="Calibri (MS) Bold"/>
              </a:rPr>
              <a:t>Edge Functions</a:t>
            </a:r>
          </a:p>
          <a:p>
            <a:pPr algn="l"/>
            <a:r>
              <a:rPr sz="1600" b="0">
                <a:solidFill>
                  <a:srgbClr val="5B6B5F"/>
                </a:solidFill>
                <a:latin typeface="Calibri (MS)"/>
              </a:rPr>
              <a:t>tarefas no servidor</a:t>
            </a:r>
          </a:p>
        </p:txBody>
      </p:sp>
      <p:cxnSp>
        <p:nvCxnSpPr>
          <p:cNvPr id="280" name="Connector 279"/>
          <p:cNvCxnSpPr/>
          <p:nvPr/>
        </p:nvCxnSpPr>
        <p:spPr>
          <a:xfrm>
            <a:off x="9144000" y="5760720"/>
            <a:ext cx="0" cy="365760"/>
          </a:xfrm>
          <a:prstGeom prst="line">
            <a:avLst/>
          </a:prstGeom>
          <a:ln w="28575">
            <a:solidFill>
              <a:srgbClr val="C9D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9144000" y="6995160"/>
            <a:ext cx="0" cy="548640"/>
          </a:xfrm>
          <a:prstGeom prst="line">
            <a:avLst/>
          </a:prstGeom>
          <a:ln w="31750">
            <a:solidFill>
              <a:srgbClr val="B17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2" name="TextBox 281"/>
          <p:cNvSpPr txBox="1"/>
          <p:nvPr/>
        </p:nvSpPr>
        <p:spPr>
          <a:xfrm>
            <a:off x="9372600" y="7040880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B1734A"/>
                </a:solidFill>
                <a:latin typeface="Calibri (MS) Bold"/>
              </a:rPr>
              <a:t>HTTPS  ·  pede o envio</a:t>
            </a:r>
          </a:p>
        </p:txBody>
      </p:sp>
      <p:sp>
        <p:nvSpPr>
          <p:cNvPr id="283" name="Rounded Rectangle 282"/>
          <p:cNvSpPr/>
          <p:nvPr/>
        </p:nvSpPr>
        <p:spPr>
          <a:xfrm>
            <a:off x="3108960" y="7589520"/>
            <a:ext cx="12070080" cy="1417320"/>
          </a:xfrm>
          <a:prstGeom prst="roundRect">
            <a:avLst>
              <a:gd name="adj" fmla="val 15000"/>
            </a:avLst>
          </a:prstGeom>
          <a:solidFill>
            <a:srgbClr val="EE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3429000" y="7589520"/>
            <a:ext cx="31089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2E5634"/>
                </a:solidFill>
                <a:latin typeface="Cambria Bold"/>
              </a:rPr>
              <a:t>3  Mensageria</a:t>
            </a:r>
          </a:p>
          <a:p>
            <a:pPr algn="l"/>
            <a:r>
              <a:rPr sz="1700" b="1">
                <a:solidFill>
                  <a:srgbClr val="B1734A"/>
                </a:solidFill>
                <a:latin typeface="Calibri (MS) Bold"/>
              </a:rPr>
              <a:t>quem avisa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8138160" y="7589520"/>
            <a:ext cx="301752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1B2A1F"/>
                </a:solidFill>
                <a:latin typeface="Calibri (MS) Bold"/>
              </a:rPr>
              <a:t>Evolution API</a:t>
            </a:r>
          </a:p>
          <a:p>
            <a:pPr algn="l"/>
            <a:r>
              <a:rPr sz="1600" b="0">
                <a:solidFill>
                  <a:srgbClr val="5B6B5F"/>
                </a:solidFill>
                <a:latin typeface="Calibri (MS)"/>
              </a:rPr>
              <a:t>robô que envia, no Render</a:t>
            </a:r>
          </a:p>
        </p:txBody>
      </p:sp>
      <p:cxnSp>
        <p:nvCxnSpPr>
          <p:cNvPr id="286" name="Connector 285"/>
          <p:cNvCxnSpPr/>
          <p:nvPr/>
        </p:nvCxnSpPr>
        <p:spPr>
          <a:xfrm>
            <a:off x="11109960" y="8298179"/>
            <a:ext cx="731520" cy="0"/>
          </a:xfrm>
          <a:prstGeom prst="line">
            <a:avLst/>
          </a:prstGeom>
          <a:ln w="31750">
            <a:solidFill>
              <a:srgbClr val="B17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7" name="TextBox 286"/>
          <p:cNvSpPr txBox="1"/>
          <p:nvPr/>
        </p:nvSpPr>
        <p:spPr>
          <a:xfrm>
            <a:off x="12893040" y="7589520"/>
            <a:ext cx="21945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1B2A1F"/>
                </a:solidFill>
                <a:latin typeface="Calibri (MS) Bold"/>
              </a:rPr>
              <a:t>WhatsApp</a:t>
            </a:r>
          </a:p>
          <a:p>
            <a:pPr algn="l"/>
            <a:r>
              <a:rPr sz="1600" b="0">
                <a:solidFill>
                  <a:srgbClr val="5B6B5F"/>
                </a:solidFill>
                <a:latin typeface="Calibri (MS)"/>
              </a:rPr>
              <a:t>código e avisos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6931152" y="2331720"/>
            <a:ext cx="493776" cy="493776"/>
            <a:chOff x="0" y="0"/>
            <a:chExt cx="829056" cy="829056"/>
          </a:xfrm>
        </p:grpSpPr>
        <p:sp>
          <p:nvSpPr>
            <p:cNvPr name="Freeform 30" id="30" descr="/tmp/un/ppt/media/image53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48" id="48"/>
          <p:cNvGrpSpPr/>
          <p:nvPr/>
        </p:nvGrpSpPr>
        <p:grpSpPr>
          <a:xfrm rot="0">
            <a:off x="7964424" y="2331720"/>
            <a:ext cx="493776" cy="493776"/>
            <a:chOff x="0" y="0"/>
            <a:chExt cx="829056" cy="829056"/>
          </a:xfrm>
        </p:grpSpPr>
        <p:sp>
          <p:nvSpPr>
            <p:cNvPr name="Freeform 49" id="49" descr="/tmp/un/ppt/media/image54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67" id="67"/>
          <p:cNvGrpSpPr/>
          <p:nvPr/>
        </p:nvGrpSpPr>
        <p:grpSpPr>
          <a:xfrm rot="0">
            <a:off x="8997696" y="2331720"/>
            <a:ext cx="493776" cy="493776"/>
            <a:chOff x="0" y="0"/>
            <a:chExt cx="829056" cy="829056"/>
          </a:xfrm>
        </p:grpSpPr>
        <p:sp>
          <p:nvSpPr>
            <p:cNvPr name="Freeform 68" id="68" descr="/tmp/un/ppt/media/image55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86" id="86"/>
          <p:cNvGrpSpPr/>
          <p:nvPr/>
        </p:nvGrpSpPr>
        <p:grpSpPr>
          <a:xfrm rot="0">
            <a:off x="10030967" y="2331720"/>
            <a:ext cx="493776" cy="493776"/>
            <a:chOff x="0" y="0"/>
            <a:chExt cx="829056" cy="829056"/>
          </a:xfrm>
        </p:grpSpPr>
        <p:sp>
          <p:nvSpPr>
            <p:cNvPr name="Freeform 87" id="87" descr="/tmp/un/ppt/media/image70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1064240" y="2331720"/>
            <a:ext cx="493776" cy="493776"/>
            <a:chOff x="0" y="0"/>
            <a:chExt cx="829056" cy="829056"/>
          </a:xfrm>
        </p:grpSpPr>
        <p:sp>
          <p:nvSpPr>
            <p:cNvPr name="Freeform 106" id="106" descr="/tmp/un/ppt/media/image56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2097512" y="2331720"/>
            <a:ext cx="493776" cy="493776"/>
            <a:chOff x="0" y="0"/>
            <a:chExt cx="829056" cy="829056"/>
          </a:xfrm>
        </p:grpSpPr>
        <p:sp>
          <p:nvSpPr>
            <p:cNvPr name="Freeform 125" id="125" descr="/tmp/un/ppt/media/image71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3130784" y="2331720"/>
            <a:ext cx="493776" cy="493776"/>
            <a:chOff x="0" y="0"/>
            <a:chExt cx="829056" cy="829056"/>
          </a:xfrm>
        </p:grpSpPr>
        <p:sp>
          <p:nvSpPr>
            <p:cNvPr name="Freeform 144" id="144" descr="/tmp/un/ppt/media/image72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81" id="181"/>
          <p:cNvGrpSpPr/>
          <p:nvPr/>
        </p:nvGrpSpPr>
        <p:grpSpPr>
          <a:xfrm rot="0">
            <a:off x="14164055" y="2331720"/>
            <a:ext cx="493776" cy="493776"/>
            <a:chOff x="0" y="0"/>
            <a:chExt cx="829056" cy="829056"/>
          </a:xfrm>
        </p:grpSpPr>
        <p:sp>
          <p:nvSpPr>
            <p:cNvPr name="Freeform 182" id="182" descr="/tmp/un/ppt/media/image74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7424927" y="4745736"/>
            <a:ext cx="512064" cy="512064"/>
            <a:chOff x="0" y="0"/>
            <a:chExt cx="829056" cy="829056"/>
          </a:xfrm>
        </p:grpSpPr>
        <p:sp>
          <p:nvSpPr>
            <p:cNvPr name="Freeform 201" id="201" descr="/tmp/un/ppt/media/image75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204" id="204"/>
          <p:cNvGrpSpPr/>
          <p:nvPr/>
        </p:nvGrpSpPr>
        <p:grpSpPr>
          <a:xfrm rot="0">
            <a:off x="2212848" y="5212080"/>
            <a:ext cx="502920" cy="502920"/>
            <a:chOff x="0" y="0"/>
            <a:chExt cx="829056" cy="829056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2127" r="0" b="-2127"/>
              </a:stretch>
            </a:blipFill>
          </p:spPr>
          <p:txBody>
            <a:bodyPr/>
            <a:p/>
          </p:txBody>
        </p:sp>
      </p:grpSp>
      <p:grpSp>
        <p:nvGrpSpPr>
          <p:cNvPr name="Group 208" id="208"/>
          <p:cNvGrpSpPr/>
          <p:nvPr/>
        </p:nvGrpSpPr>
        <p:grpSpPr>
          <a:xfrm rot="0">
            <a:off x="12545568" y="4297680"/>
            <a:ext cx="502920" cy="502920"/>
            <a:chOff x="0" y="0"/>
            <a:chExt cx="829056" cy="829056"/>
          </a:xfrm>
        </p:grpSpPr>
        <p:sp>
          <p:nvSpPr>
            <p:cNvPr name="Freeform 209" id="209" descr="/tmp/un/ppt/media/image60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12545568" y="5212080"/>
            <a:ext cx="502920" cy="502920"/>
            <a:chOff x="0" y="0"/>
            <a:chExt cx="829056" cy="829056"/>
          </a:xfrm>
        </p:grpSpPr>
        <p:sp>
          <p:nvSpPr>
            <p:cNvPr name="Freeform 213" id="213" descr="/tmp/un/ppt/media/image61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216" id="216"/>
          <p:cNvGrpSpPr/>
          <p:nvPr/>
        </p:nvGrpSpPr>
        <p:grpSpPr>
          <a:xfrm rot="0">
            <a:off x="7379208" y="6309360"/>
            <a:ext cx="502920" cy="502920"/>
            <a:chOff x="0" y="0"/>
            <a:chExt cx="829056" cy="829056"/>
          </a:xfrm>
        </p:grpSpPr>
        <p:sp>
          <p:nvSpPr>
            <p:cNvPr name="Freeform 217" id="217" descr="/tmp/un/ppt/media/image62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222" id="222"/>
          <p:cNvGrpSpPr/>
          <p:nvPr/>
        </p:nvGrpSpPr>
        <p:grpSpPr>
          <a:xfrm rot="0">
            <a:off x="12070080" y="7973568"/>
            <a:ext cx="640080" cy="640080"/>
            <a:chOff x="0" y="0"/>
            <a:chExt cx="975360" cy="975360"/>
          </a:xfrm>
        </p:grpSpPr>
        <p:sp>
          <p:nvSpPr>
            <p:cNvPr name="Freeform 223" id="223" descr="/tmp/un/ppt/media/image64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248" id="248"/>
          <p:cNvGrpSpPr/>
          <p:nvPr/>
        </p:nvGrpSpPr>
        <p:grpSpPr>
          <a:xfrm rot="0">
            <a:off x="7315200" y="7973568"/>
            <a:ext cx="640080" cy="640080"/>
            <a:chOff x="0" y="0"/>
            <a:chExt cx="975360" cy="975360"/>
          </a:xfrm>
        </p:grpSpPr>
        <p:sp>
          <p:nvSpPr>
            <p:cNvPr name="Freeform 249" id="249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-4444" r="0" b="-4445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DAG8JFa4rfI</dc:identifier>
  <dcterms:modified xsi:type="dcterms:W3CDTF">2011-08-01T06:04:30Z</dcterms:modified>
  <cp:revision>1</cp:revision>
  <dc:title>TCC_WEFIND_APREESNTACAO_QUALIFICACAO_VERSAO_ORIGINAL</dc:title>
</cp:coreProperties>
</file>