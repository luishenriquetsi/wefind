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Escolhi a Roboto, padrão do Android e do Material Design, gratuita e com todos os acentos do português.</a:t>
            </a:r>
          </a:p>
          <a:p>
            <a:r>
              <a:t>Usei três pesos: negrito para títulos e números, médio para botões e regular para o texto.</a:t>
            </a:r>
          </a:p>
          <a:p>
            <a:r>
              <a:t>Os tamanhos seguem o Material Design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286000"/>
            <a:ext cx="5669280" cy="6675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2586000"/>
            <a:ext cx="4846320" cy="1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>
                <a:solidFill>
                  <a:srgbClr val="2E5634"/>
                </a:solidFill>
                <a:latin typeface="Roboto"/>
              </a:rPr>
              <a:t>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336000"/>
            <a:ext cx="484632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Roboto"/>
              </a:rPr>
              <a:t>Roboto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5086000"/>
            <a:ext cx="484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Christian Robertson · Google, 2011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586000"/>
            <a:ext cx="484632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1734A"/>
                </a:solidFill>
                <a:latin typeface="Calibri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"/>
              </a:rPr>
              <a:t>Fonte padrão do Android e do Material Design</a:t>
            </a:r>
          </a:p>
          <a:p>
            <a:pPr algn="l"/>
            <a:r>
              <a:rPr sz="1600" b="1">
                <a:solidFill>
                  <a:srgbClr val="B1734A"/>
                </a:solidFill>
                <a:latin typeface="Calibri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"/>
              </a:rPr>
              <a:t>Licença aberta (Apache 2.0)</a:t>
            </a:r>
          </a:p>
          <a:p>
            <a:pPr algn="l"/>
            <a:r>
              <a:rPr sz="1600" b="1">
                <a:solidFill>
                  <a:srgbClr val="B1734A"/>
                </a:solidFill>
                <a:latin typeface="Calibri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"/>
              </a:rPr>
              <a:t>Cobre os acentos do português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936000"/>
            <a:ext cx="484632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5634"/>
                </a:solidFill>
                <a:latin typeface="Roboto"/>
              </a:rPr>
              <a:t>ABCDEFGHIJKLMNOPQRSTUVWXYZ</a:t>
            </a:r>
          </a:p>
          <a:p>
            <a:pPr algn="l"/>
            <a:r>
              <a:rPr sz="1700" b="0">
                <a:solidFill>
                  <a:srgbClr val="2E5634"/>
                </a:solidFill>
                <a:latin typeface="Roboto"/>
              </a:rPr>
              <a:t>abcdefghijklmnopqrstuvwxyz</a:t>
            </a:r>
          </a:p>
          <a:p>
            <a:pPr algn="l"/>
            <a:r>
              <a:rPr sz="1700" b="0">
                <a:solidFill>
                  <a:srgbClr val="2E5634"/>
                </a:solidFill>
                <a:latin typeface="Roboto"/>
              </a:rPr>
              <a:t>0123456789   ÁÉÍÓÚ ÂÊÔ ÃÕ 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86000"/>
            <a:ext cx="1046988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1734A"/>
                </a:solidFill>
                <a:latin typeface="Calibri"/>
              </a:rPr>
              <a:t>TRÊS PESOS DA FONTE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716000"/>
            <a:ext cx="3337560" cy="22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916000"/>
            <a:ext cx="288036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1734A"/>
                </a:solidFill>
                <a:latin typeface="Roboto"/>
              </a:rPr>
              <a:t>Bold 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276000"/>
            <a:ext cx="28803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2E5634"/>
                </a:solidFill>
                <a:latin typeface="Roboto"/>
              </a:rPr>
              <a:t>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216000"/>
            <a:ext cx="288036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Títulos e números de destaque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69880" y="2716000"/>
            <a:ext cx="3337560" cy="22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2916000"/>
            <a:ext cx="288036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B1734A"/>
                </a:solidFill>
                <a:latin typeface="Roboto Medium"/>
              </a:rPr>
              <a:t>Medium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3276000"/>
            <a:ext cx="28803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0">
                <a:solidFill>
                  <a:srgbClr val="2E5634"/>
                </a:solidFill>
                <a:latin typeface="Roboto Medium"/>
              </a:rPr>
              <a:t>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4216000"/>
            <a:ext cx="288036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Botões e rótulos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36040" y="2716000"/>
            <a:ext cx="3337560" cy="22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64640" y="2916000"/>
            <a:ext cx="288036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B1734A"/>
                </a:solidFill>
                <a:latin typeface="Roboto"/>
              </a:rPr>
              <a:t>Regular 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0" y="3276000"/>
            <a:ext cx="28803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0">
                <a:solidFill>
                  <a:srgbClr val="2E5634"/>
                </a:solidFill>
                <a:latin typeface="Roboto"/>
              </a:rPr>
              <a:t>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0" y="4216000"/>
            <a:ext cx="288036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Texto corrido e descrições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5184600"/>
            <a:ext cx="10469880" cy="3776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5364600"/>
            <a:ext cx="992124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1734A"/>
                </a:solidFill>
                <a:latin typeface="Calibri"/>
              </a:rPr>
              <a:t>ESCALA TIPOGRÁFICA</a:t>
            </a:r>
            <a:r>
              <a:rPr sz="1300" b="0">
                <a:solidFill>
                  <a:srgbClr val="64748B"/>
                </a:solidFill>
                <a:latin typeface="Calibri"/>
              </a:rPr>
              <a:t>   referência: Material Design 3 (sp)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5784600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Título de tela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Bold 700 · 28 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72876" y="5784600"/>
            <a:ext cx="10469880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634"/>
                </a:solidFill>
                <a:latin typeface="Roboto"/>
              </a:rPr>
              <a:t>Cachorro perdido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40" y="6369904"/>
            <a:ext cx="992124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178040" y="6399904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Título de seção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Bold 700 · 22 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72876" y="6399904"/>
            <a:ext cx="10469880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E5634"/>
                </a:solidFill>
                <a:latin typeface="Roboto"/>
              </a:rPr>
              <a:t>Últimos avistamentos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78040" y="6985208"/>
            <a:ext cx="992124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178040" y="7015208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Corpo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Regular 400 · 16 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72876" y="7015208"/>
            <a:ext cx="10469880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Roboto"/>
              </a:rPr>
              <a:t>Visto perto da praça, coleira verde.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78040" y="7600512"/>
            <a:ext cx="992124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178040" y="7630512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Botão e rótulo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Medium 500 · 14 sp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72876" y="7716655"/>
            <a:ext cx="3200400" cy="443018"/>
          </a:xfrm>
          <a:prstGeom prst="roundRect">
            <a:avLst>
              <a:gd name="adj" fmla="val 50000"/>
            </a:avLst>
          </a:prstGeom>
          <a:solidFill>
            <a:srgbClr val="2E5634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Roboto Medium"/>
              </a:rPr>
              <a:t>Registrar avistamento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056156" y="7716655"/>
            <a:ext cx="1280160" cy="44301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Roboto Medium"/>
              </a:rPr>
              <a:t>Perdido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78040" y="8215816"/>
            <a:ext cx="992124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7178040" y="8245816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Legenda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Regular 400 · 12 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72876" y="8245816"/>
            <a:ext cx="10469880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Roboto"/>
              </a:rPr>
              <a:t>Local aproximado · 300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190000"/>
            <a:ext cx="90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1734A"/>
                </a:solidFill>
                <a:latin typeface="Calibri"/>
              </a:rPr>
              <a:t>0 4   D E S E N V O L V I M E N T 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900000"/>
            <a:ext cx="140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2E5634"/>
                </a:solidFill>
                <a:latin typeface="Calibri"/>
              </a:rPr>
              <a:t>Tipografia: Roboto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9420000"/>
            <a:ext cx="8229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WeFIND  |  TCC  |  IFSul Campus Pelotas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0" y="9395460"/>
            <a:ext cx="9144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