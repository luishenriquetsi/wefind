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IBM Plex Sans Condensed" charset="1" panose="020B0506050203000203"/>
      <p:regular r:id="rId42"/>
    </p:embeddedFont>
    <p:embeddedFont>
      <p:font typeface="Open Sans" charset="1" panose="020B0606030504020204"/>
      <p:regular r:id="rId43"/>
    </p:embeddedFont>
    <p:embeddedFont>
      <p:font typeface="IBM Plex Sans" charset="1" panose="020B0503050203000203"/>
      <p:regular r:id="rId44"/>
    </p:embeddedFont>
    <p:embeddedFont>
      <p:font typeface="Roboto Bold" charset="1" panose="02000000000000000000"/>
      <p:regular r:id="rId45"/>
    </p:embeddedFont>
    <p:embeddedFont>
      <p:font typeface="Calibri (MS) Light" charset="1" panose="020F030202020403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3.jpeg" Type="http://schemas.openxmlformats.org/officeDocument/2006/relationships/image"/><Relationship Id="rId20" Target="../media/image63.png" Type="http://schemas.openxmlformats.org/officeDocument/2006/relationships/image"/><Relationship Id="rId21" Target="../media/image64.png" Type="http://schemas.openxmlformats.org/officeDocument/2006/relationships/image"/><Relationship Id="rId22" Target="../media/image65.png" Type="http://schemas.openxmlformats.org/officeDocument/2006/relationships/image"/><Relationship Id="rId23" Target="../media/image66.png" Type="http://schemas.openxmlformats.org/officeDocument/2006/relationships/image"/><Relationship Id="rId3" Target="../media/image4.jpe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53.png" Type="http://schemas.openxmlformats.org/officeDocument/2006/relationships/image"/><Relationship Id="rId15" Target="../media/image54.png" Type="http://schemas.openxmlformats.org/officeDocument/2006/relationships/image"/><Relationship Id="rId16" Target="../media/image55.png" Type="http://schemas.openxmlformats.org/officeDocument/2006/relationships/image"/><Relationship Id="rId17" Target="../media/image56.png" Type="http://schemas.openxmlformats.org/officeDocument/2006/relationships/image"/><Relationship Id="rId18" Target="../media/image58.png" Type="http://schemas.openxmlformats.org/officeDocument/2006/relationships/image"/><Relationship Id="rId19" Target="../media/image75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47.png" Type="http://schemas.openxmlformats.org/officeDocument/2006/relationships/image"/><Relationship Id="rId5" Target="../media/image67.png" Type="http://schemas.openxmlformats.org/officeDocument/2006/relationships/image"/><Relationship Id="rId6" Target="../media/image49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7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77.jpeg" Type="http://schemas.openxmlformats.org/officeDocument/2006/relationships/image"/><Relationship Id="rId5" Target="../media/image78.jpeg" Type="http://schemas.openxmlformats.org/officeDocument/2006/relationships/image"/><Relationship Id="rId6" Target="../media/image79.jpeg" Type="http://schemas.openxmlformats.org/officeDocument/2006/relationships/image"/><Relationship Id="rId7" Target="../media/image8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8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8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713608"/>
            <a:ext cx="15823606" cy="11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67049"/>
            <a:ext cx="13922893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168640"/>
            <a:ext cx="13525500" cy="48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568061"/>
            <a:ext cx="13525500" cy="48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34450"/>
            <a:ext cx="13525500" cy="48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34609"/>
            <a:ext cx="13600671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6080" y="2724150"/>
            <a:ext cx="60350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26080" y="3343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338560" y="2724150"/>
            <a:ext cx="60350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38560" y="3343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926080" y="5010150"/>
            <a:ext cx="60350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26080" y="5629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5010150"/>
            <a:ext cx="60350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5629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6080" y="7296150"/>
            <a:ext cx="60350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6080" y="7915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144" t="0" r="-5314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4384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338560" y="7296150"/>
            <a:ext cx="6035040" cy="5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38560" y="7915656"/>
            <a:ext cx="60350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1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6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099" r="0" b="-42809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630400" cy="643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8672" y="2317433"/>
            <a:ext cx="5331171" cy="3114284"/>
            <a:chOff x="0" y="0"/>
            <a:chExt cx="7108228" cy="41523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8190" cy="4152392"/>
            </a:xfrm>
            <a:custGeom>
              <a:avLst/>
              <a:gdLst/>
              <a:ahLst/>
              <a:cxnLst/>
              <a:rect r="r" b="b" t="t" l="l"/>
              <a:pathLst>
                <a:path h="4152392" w="710819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887210" y="0"/>
                  </a:lnTo>
                  <a:cubicBezTo>
                    <a:pt x="7009257" y="0"/>
                    <a:pt x="7108190" y="98933"/>
                    <a:pt x="7108190" y="220980"/>
                  </a:cubicBezTo>
                  <a:lnTo>
                    <a:pt x="7108190" y="3931412"/>
                  </a:lnTo>
                  <a:cubicBezTo>
                    <a:pt x="7108190" y="4053459"/>
                    <a:pt x="7009257" y="4152392"/>
                    <a:pt x="6887210" y="4152392"/>
                  </a:cubicBezTo>
                  <a:lnTo>
                    <a:pt x="220980" y="4152392"/>
                  </a:lnTo>
                  <a:cubicBezTo>
                    <a:pt x="98933" y="4152392"/>
                    <a:pt x="0" y="4053459"/>
                    <a:pt x="0" y="39314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95816" y="2554576"/>
            <a:ext cx="4556884" cy="1150001"/>
            <a:chOff x="0" y="0"/>
            <a:chExt cx="6075845" cy="15333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75843" cy="1533333"/>
            </a:xfrm>
            <a:custGeom>
              <a:avLst/>
              <a:gdLst/>
              <a:ahLst/>
              <a:cxnLst/>
              <a:rect r="r" b="b" t="t" l="l"/>
              <a:pathLst>
                <a:path h="1533333" w="6075843">
                  <a:moveTo>
                    <a:pt x="0" y="0"/>
                  </a:moveTo>
                  <a:lnTo>
                    <a:pt x="6075843" y="0"/>
                  </a:lnTo>
                  <a:lnTo>
                    <a:pt x="6075843" y="1533333"/>
                  </a:lnTo>
                  <a:lnTo>
                    <a:pt x="0" y="1533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09" r="0" b="-272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6075845" cy="1447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14–15%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95816" y="3766480"/>
            <a:ext cx="4556884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5816" y="4906480"/>
            <a:ext cx="4556884" cy="36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5550" y="2317433"/>
            <a:ext cx="5331171" cy="3114284"/>
            <a:chOff x="0" y="0"/>
            <a:chExt cx="7108228" cy="41523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08190" cy="4152392"/>
            </a:xfrm>
            <a:custGeom>
              <a:avLst/>
              <a:gdLst/>
              <a:ahLst/>
              <a:cxnLst/>
              <a:rect r="r" b="b" t="t" l="l"/>
              <a:pathLst>
                <a:path h="4152392" w="710819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887210" y="0"/>
                  </a:lnTo>
                  <a:cubicBezTo>
                    <a:pt x="7009257" y="0"/>
                    <a:pt x="7108190" y="98933"/>
                    <a:pt x="7108190" y="220980"/>
                  </a:cubicBezTo>
                  <a:lnTo>
                    <a:pt x="7108190" y="3931412"/>
                  </a:lnTo>
                  <a:cubicBezTo>
                    <a:pt x="7108190" y="4053459"/>
                    <a:pt x="7009257" y="4152392"/>
                    <a:pt x="6887210" y="4152392"/>
                  </a:cubicBezTo>
                  <a:lnTo>
                    <a:pt x="220980" y="4152392"/>
                  </a:lnTo>
                  <a:cubicBezTo>
                    <a:pt x="98933" y="4152392"/>
                    <a:pt x="0" y="4053459"/>
                    <a:pt x="0" y="39314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42693" y="2554576"/>
            <a:ext cx="4556884" cy="1150001"/>
            <a:chOff x="0" y="0"/>
            <a:chExt cx="6075845" cy="15333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75843" cy="1533333"/>
            </a:xfrm>
            <a:custGeom>
              <a:avLst/>
              <a:gdLst/>
              <a:ahLst/>
              <a:cxnLst/>
              <a:rect r="r" b="b" t="t" l="l"/>
              <a:pathLst>
                <a:path h="1533333" w="6075843">
                  <a:moveTo>
                    <a:pt x="0" y="0"/>
                  </a:moveTo>
                  <a:lnTo>
                    <a:pt x="6075843" y="0"/>
                  </a:lnTo>
                  <a:lnTo>
                    <a:pt x="6075843" y="1533333"/>
                  </a:lnTo>
                  <a:lnTo>
                    <a:pt x="0" y="1533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09" r="0" b="-2720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85725"/>
              <a:ext cx="6075845" cy="1447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842693" y="3766480"/>
            <a:ext cx="4556884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perdidos não foram recuperados (entre os cães, 7%)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42693" y="4906480"/>
            <a:ext cx="4556884" cy="36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02436" y="2317433"/>
            <a:ext cx="5331171" cy="3114284"/>
            <a:chOff x="0" y="0"/>
            <a:chExt cx="7108228" cy="41523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08190" cy="4152392"/>
            </a:xfrm>
            <a:custGeom>
              <a:avLst/>
              <a:gdLst/>
              <a:ahLst/>
              <a:cxnLst/>
              <a:rect r="r" b="b" t="t" l="l"/>
              <a:pathLst>
                <a:path h="4152392" w="710819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887210" y="0"/>
                  </a:lnTo>
                  <a:cubicBezTo>
                    <a:pt x="7009257" y="0"/>
                    <a:pt x="7108190" y="98933"/>
                    <a:pt x="7108190" y="220980"/>
                  </a:cubicBezTo>
                  <a:lnTo>
                    <a:pt x="7108190" y="3931412"/>
                  </a:lnTo>
                  <a:cubicBezTo>
                    <a:pt x="7108190" y="4053459"/>
                    <a:pt x="7009257" y="4152392"/>
                    <a:pt x="6887210" y="4152392"/>
                  </a:cubicBezTo>
                  <a:lnTo>
                    <a:pt x="220980" y="4152392"/>
                  </a:lnTo>
                  <a:cubicBezTo>
                    <a:pt x="98933" y="4152392"/>
                    <a:pt x="0" y="4053459"/>
                    <a:pt x="0" y="393141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89580" y="2554576"/>
            <a:ext cx="4556884" cy="1150001"/>
            <a:chOff x="0" y="0"/>
            <a:chExt cx="6075845" cy="15333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75843" cy="1533333"/>
            </a:xfrm>
            <a:custGeom>
              <a:avLst/>
              <a:gdLst/>
              <a:ahLst/>
              <a:cxnLst/>
              <a:rect r="r" b="b" t="t" l="l"/>
              <a:pathLst>
                <a:path h="1533333" w="6075843">
                  <a:moveTo>
                    <a:pt x="0" y="0"/>
                  </a:moveTo>
                  <a:lnTo>
                    <a:pt x="6075843" y="0"/>
                  </a:lnTo>
                  <a:lnTo>
                    <a:pt x="6075843" y="1533333"/>
                  </a:lnTo>
                  <a:lnTo>
                    <a:pt x="0" y="1533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09" r="0" b="-272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85725"/>
              <a:ext cx="6075845" cy="1447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+11 mil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489580" y="3766480"/>
            <a:ext cx="4556884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animais resgatados nas enchentes do RS, em maio de 2024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89580" y="4906480"/>
            <a:ext cx="4556884" cy="36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RS · Sema, 14 mai. 2024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08672" y="5692854"/>
            <a:ext cx="8154610" cy="2264293"/>
            <a:chOff x="0" y="0"/>
            <a:chExt cx="10872813" cy="30190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72851" cy="3019044"/>
            </a:xfrm>
            <a:custGeom>
              <a:avLst/>
              <a:gdLst/>
              <a:ahLst/>
              <a:cxnLst/>
              <a:rect r="r" b="b" t="t" l="l"/>
              <a:pathLst>
                <a:path h="3019044" w="10872851">
                  <a:moveTo>
                    <a:pt x="0" y="221361"/>
                  </a:moveTo>
                  <a:cubicBezTo>
                    <a:pt x="0" y="99060"/>
                    <a:pt x="99060" y="0"/>
                    <a:pt x="221361" y="0"/>
                  </a:cubicBezTo>
                  <a:lnTo>
                    <a:pt x="10651490" y="0"/>
                  </a:lnTo>
                  <a:cubicBezTo>
                    <a:pt x="10773791" y="0"/>
                    <a:pt x="10872851" y="99060"/>
                    <a:pt x="10872851" y="221361"/>
                  </a:cubicBezTo>
                  <a:lnTo>
                    <a:pt x="10872851" y="2797683"/>
                  </a:lnTo>
                  <a:cubicBezTo>
                    <a:pt x="10872851" y="2919984"/>
                    <a:pt x="10773791" y="3019044"/>
                    <a:pt x="10651490" y="3019044"/>
                  </a:cubicBezTo>
                  <a:lnTo>
                    <a:pt x="221361" y="3019044"/>
                  </a:lnTo>
                  <a:cubicBezTo>
                    <a:pt x="99060" y="3019044"/>
                    <a:pt x="0" y="2919984"/>
                    <a:pt x="0" y="279768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672" y="6267860"/>
            <a:ext cx="1114292" cy="1114292"/>
            <a:chOff x="0" y="0"/>
            <a:chExt cx="1485722" cy="148572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5646" cy="1485646"/>
            </a:xfrm>
            <a:custGeom>
              <a:avLst/>
              <a:gdLst/>
              <a:ahLst/>
              <a:cxnLst/>
              <a:rect r="r" b="b" t="t" l="l"/>
              <a:pathLst>
                <a:path h="1485646" w="1485646">
                  <a:moveTo>
                    <a:pt x="0" y="742823"/>
                  </a:moveTo>
                  <a:cubicBezTo>
                    <a:pt x="0" y="332613"/>
                    <a:pt x="332613" y="0"/>
                    <a:pt x="742823" y="0"/>
                  </a:cubicBezTo>
                  <a:cubicBezTo>
                    <a:pt x="1153033" y="0"/>
                    <a:pt x="1485646" y="332613"/>
                    <a:pt x="1485646" y="742823"/>
                  </a:cubicBezTo>
                  <a:cubicBezTo>
                    <a:pt x="1485646" y="1153033"/>
                    <a:pt x="1153033" y="1485646"/>
                    <a:pt x="742823" y="1485646"/>
                  </a:cubicBezTo>
                  <a:cubicBezTo>
                    <a:pt x="332613" y="1485646"/>
                    <a:pt x="0" y="1153160"/>
                    <a:pt x="0" y="742823"/>
                  </a:cubicBezTo>
                  <a:close/>
                </a:path>
              </a:pathLst>
            </a:custGeom>
            <a:solidFill>
              <a:srgbClr val="2E5634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85814" y="6565001"/>
            <a:ext cx="519998" cy="519998"/>
            <a:chOff x="0" y="0"/>
            <a:chExt cx="693331" cy="693331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625814" y="5963326"/>
            <a:ext cx="5950325" cy="58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25814" y="6561896"/>
            <a:ext cx="5950325" cy="123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78998" y="5692854"/>
            <a:ext cx="8154610" cy="2264293"/>
            <a:chOff x="0" y="0"/>
            <a:chExt cx="10872813" cy="30190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72851" cy="3019044"/>
            </a:xfrm>
            <a:custGeom>
              <a:avLst/>
              <a:gdLst/>
              <a:ahLst/>
              <a:cxnLst/>
              <a:rect r="r" b="b" t="t" l="l"/>
              <a:pathLst>
                <a:path h="3019044" w="10872851">
                  <a:moveTo>
                    <a:pt x="0" y="221361"/>
                  </a:moveTo>
                  <a:cubicBezTo>
                    <a:pt x="0" y="99060"/>
                    <a:pt x="99060" y="0"/>
                    <a:pt x="221361" y="0"/>
                  </a:cubicBezTo>
                  <a:lnTo>
                    <a:pt x="10651490" y="0"/>
                  </a:lnTo>
                  <a:cubicBezTo>
                    <a:pt x="10773791" y="0"/>
                    <a:pt x="10872851" y="99060"/>
                    <a:pt x="10872851" y="221361"/>
                  </a:cubicBezTo>
                  <a:lnTo>
                    <a:pt x="10872851" y="2797683"/>
                  </a:lnTo>
                  <a:cubicBezTo>
                    <a:pt x="10872851" y="2919984"/>
                    <a:pt x="10773791" y="3019044"/>
                    <a:pt x="10651490" y="3019044"/>
                  </a:cubicBezTo>
                  <a:lnTo>
                    <a:pt x="221361" y="3019044"/>
                  </a:lnTo>
                  <a:cubicBezTo>
                    <a:pt x="99060" y="3019044"/>
                    <a:pt x="0" y="2919984"/>
                    <a:pt x="0" y="279768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58998" y="6267860"/>
            <a:ext cx="1114292" cy="1114292"/>
            <a:chOff x="0" y="0"/>
            <a:chExt cx="1485722" cy="148572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85646" cy="1485646"/>
            </a:xfrm>
            <a:custGeom>
              <a:avLst/>
              <a:gdLst/>
              <a:ahLst/>
              <a:cxnLst/>
              <a:rect r="r" b="b" t="t" l="l"/>
              <a:pathLst>
                <a:path h="1485646" w="1485646">
                  <a:moveTo>
                    <a:pt x="0" y="742823"/>
                  </a:moveTo>
                  <a:cubicBezTo>
                    <a:pt x="0" y="332613"/>
                    <a:pt x="332613" y="0"/>
                    <a:pt x="742823" y="0"/>
                  </a:cubicBezTo>
                  <a:cubicBezTo>
                    <a:pt x="1153033" y="0"/>
                    <a:pt x="1485646" y="332613"/>
                    <a:pt x="1485646" y="742823"/>
                  </a:cubicBezTo>
                  <a:cubicBezTo>
                    <a:pt x="1485646" y="1153033"/>
                    <a:pt x="1153033" y="1485646"/>
                    <a:pt x="742823" y="1485646"/>
                  </a:cubicBezTo>
                  <a:cubicBezTo>
                    <a:pt x="332613" y="1485646"/>
                    <a:pt x="0" y="1153160"/>
                    <a:pt x="0" y="742823"/>
                  </a:cubicBezTo>
                  <a:close/>
                </a:path>
              </a:pathLst>
            </a:custGeom>
            <a:solidFill>
              <a:srgbClr val="B1734A"/>
            </a:solidFill>
            <a:ln w="14288" cap="sq">
              <a:solidFill>
                <a:srgbClr val="B1734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956140" y="6565001"/>
            <a:ext cx="519998" cy="519998"/>
            <a:chOff x="0" y="0"/>
            <a:chExt cx="693331" cy="693331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1096139" y="5963326"/>
            <a:ext cx="5950325" cy="58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96139" y="6561896"/>
            <a:ext cx="5950325" cy="123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15816" y="8199996"/>
            <a:ext cx="16610648" cy="1100004"/>
            <a:chOff x="0" y="0"/>
            <a:chExt cx="22147530" cy="14666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147529" cy="1466596"/>
            </a:xfrm>
            <a:custGeom>
              <a:avLst/>
              <a:gdLst/>
              <a:ahLst/>
              <a:cxnLst/>
              <a:rect r="r" b="b" t="t" l="l"/>
              <a:pathLst>
                <a:path h="1466596" w="22147529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21927565" y="0"/>
                  </a:lnTo>
                  <a:cubicBezTo>
                    <a:pt x="22049104" y="0"/>
                    <a:pt x="22147529" y="98552"/>
                    <a:pt x="22147529" y="219964"/>
                  </a:cubicBezTo>
                  <a:lnTo>
                    <a:pt x="22147529" y="1246632"/>
                  </a:lnTo>
                  <a:cubicBezTo>
                    <a:pt x="22147529" y="1368171"/>
                    <a:pt x="22048978" y="1466596"/>
                    <a:pt x="21927565" y="1466596"/>
                  </a:cubicBezTo>
                  <a:lnTo>
                    <a:pt x="219964" y="1466596"/>
                  </a:lnTo>
                  <a:cubicBezTo>
                    <a:pt x="98552" y="1466723"/>
                    <a:pt x="0" y="1368171"/>
                    <a:pt x="0" y="1246632"/>
                  </a:cubicBezTo>
                  <a:close/>
                </a:path>
              </a:pathLst>
            </a:custGeom>
            <a:solidFill>
              <a:srgbClr val="F3E6D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65812" y="8199996"/>
            <a:ext cx="15910646" cy="1100004"/>
            <a:chOff x="0" y="0"/>
            <a:chExt cx="21214194" cy="1466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214197" cy="1466667"/>
            </a:xfrm>
            <a:custGeom>
              <a:avLst/>
              <a:gdLst/>
              <a:ahLst/>
              <a:cxnLst/>
              <a:rect r="r" b="b" t="t" l="l"/>
              <a:pathLst>
                <a:path h="1466667" w="21214197">
                  <a:moveTo>
                    <a:pt x="0" y="0"/>
                  </a:moveTo>
                  <a:lnTo>
                    <a:pt x="21214197" y="0"/>
                  </a:lnTo>
                  <a:lnTo>
                    <a:pt x="21214197" y="1466667"/>
                  </a:lnTo>
                  <a:lnTo>
                    <a:pt x="0" y="146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5" r="0" b="-2318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1214194" cy="1514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Nas fontes consultadas, não há levantamento nacional sistemático sobre animais perdidos no Brasil; os números vêm de estudo dos EUA e de registro do RS. Para dimensionar: 46,1% dos domicílios brasileiros têm cão e 19,3%, gato (IBGE, 2019).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6550640" y="9570720"/>
            <a:ext cx="7772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82143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325" t="0" r="-22832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73152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8368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3680" y="3821430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325" t="0" r="-22832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25296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382143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7" id="27"/>
          <p:cNvSpPr/>
          <p:nvPr/>
        </p:nvSpPr>
        <p:spPr>
          <a:xfrm rot="1980">
            <a:off x="900103" y="6574155"/>
            <a:ext cx="1648778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14400" y="6838950"/>
            <a:ext cx="73152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7383780"/>
            <a:ext cx="69494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6838950"/>
            <a:ext cx="73152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0" y="7383780"/>
            <a:ext cx="80467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de usabilidade e vulnerabilidade.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OBJETIVOS ESPECÍFICOS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980">
            <a:off x="909638" y="4201478"/>
            <a:ext cx="1646872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14400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4046220"/>
            <a:ext cx="320040" cy="320040"/>
            <a:chOff x="0" y="0"/>
            <a:chExt cx="426720" cy="426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14400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65713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265713" y="4046220"/>
            <a:ext cx="320040" cy="320040"/>
            <a:chOff x="0" y="0"/>
            <a:chExt cx="426720" cy="426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265713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65713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17026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17026" y="4046220"/>
            <a:ext cx="320040" cy="320040"/>
            <a:chOff x="0" y="0"/>
            <a:chExt cx="426720" cy="42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617026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17026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68339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968339" y="4046220"/>
            <a:ext cx="320040" cy="320040"/>
            <a:chOff x="0" y="0"/>
            <a:chExt cx="426720" cy="426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968339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68339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19652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319652" y="4046220"/>
            <a:ext cx="320040" cy="320040"/>
            <a:chOff x="0" y="0"/>
            <a:chExt cx="426720" cy="426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319652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19652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70974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670974" y="4046220"/>
            <a:ext cx="320040" cy="320040"/>
            <a:chOff x="0" y="0"/>
            <a:chExt cx="426720" cy="426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670974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70974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022287" y="2314575"/>
            <a:ext cx="2259873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022287" y="4046220"/>
            <a:ext cx="320040" cy="320040"/>
            <a:chOff x="0" y="0"/>
            <a:chExt cx="426720" cy="426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022287" y="4558665"/>
            <a:ext cx="225987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22287" y="5255895"/>
            <a:ext cx="2168433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1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6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9" id="9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0" r="0" b="-11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62" t="0" r="-1876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6576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630400" y="2282190"/>
            <a:ext cx="274320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30400" y="3105150"/>
            <a:ext cx="2743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7" id="17"/>
          <p:cNvSpPr/>
          <p:nvPr/>
        </p:nvSpPr>
        <p:spPr>
          <a:xfrm rot="5940">
            <a:off x="11872893" y="4196715"/>
            <a:ext cx="5515013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62" t="0" r="-1876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4476750"/>
            <a:ext cx="274320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5299710"/>
            <a:ext cx="2743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25" id="25"/>
          <p:cNvSpPr/>
          <p:nvPr/>
        </p:nvSpPr>
        <p:spPr>
          <a:xfrm rot="5940">
            <a:off x="11872893" y="6391275"/>
            <a:ext cx="5515013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62" t="0" r="-1876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65760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630400" y="6671310"/>
            <a:ext cx="274320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30400" y="7494270"/>
            <a:ext cx="2743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8682990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" y="2194560"/>
          <a:ext cx="16395700" cy="7010400"/>
        </p:xfrm>
        <a:graphic>
          <a:graphicData uri="http://schemas.openxmlformats.org/drawingml/2006/table">
            <a:tbl>
              <a:tblPr/>
              <a:tblGrid>
                <a:gridCol w="6740454"/>
                <a:gridCol w="1931049"/>
                <a:gridCol w="1931049"/>
                <a:gridCol w="1931049"/>
                <a:gridCol w="1931049"/>
                <a:gridCol w="1931049"/>
              </a:tblGrid>
              <a:tr h="583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63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1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expiração das publicações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045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0611" y="2589371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46911" y="2855671"/>
            <a:ext cx="460820" cy="460820"/>
            <a:chOff x="0" y="0"/>
            <a:chExt cx="614426" cy="614426"/>
          </a:xfrm>
        </p:grpSpPr>
        <p:sp>
          <p:nvSpPr>
            <p:cNvPr name="Freeform 15" id="1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31720" y="242316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31720" y="292227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1720" y="333375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3401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704171" y="2589371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970471" y="2855671"/>
            <a:ext cx="460820" cy="460820"/>
            <a:chOff x="0" y="0"/>
            <a:chExt cx="614426" cy="614426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2316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2227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3375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057574" y="231921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27731" y="2589371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594031" y="2855671"/>
            <a:ext cx="460820" cy="460820"/>
            <a:chOff x="0" y="0"/>
            <a:chExt cx="614426" cy="614426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578840" y="242316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78840" y="292227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78840" y="333375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1045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0611" y="4921091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46911" y="5187391"/>
            <a:ext cx="460820" cy="460820"/>
            <a:chOff x="0" y="0"/>
            <a:chExt cx="614426" cy="614426"/>
          </a:xfrm>
        </p:grpSpPr>
        <p:sp>
          <p:nvSpPr>
            <p:cNvPr name="Freeform 36" id="36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2331720" y="475488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31720" y="525399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31720" y="566547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643401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704171" y="4921091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6970471" y="5187391"/>
            <a:ext cx="460820" cy="460820"/>
            <a:chOff x="0" y="0"/>
            <a:chExt cx="614426" cy="614426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955280" y="475488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55280" y="525399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55280" y="566547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057574" y="4650934"/>
            <a:ext cx="5374243" cy="2150983"/>
          </a:xfrm>
          <a:custGeom>
            <a:avLst/>
            <a:gdLst/>
            <a:ahLst/>
            <a:cxnLst/>
            <a:rect r="r" b="b" t="t" l="l"/>
            <a:pathLst>
              <a:path h="2150983" w="5374243">
                <a:moveTo>
                  <a:pt x="0" y="0"/>
                </a:moveTo>
                <a:lnTo>
                  <a:pt x="5374243" y="0"/>
                </a:lnTo>
                <a:lnTo>
                  <a:pt x="5374243" y="2150983"/>
                </a:lnTo>
                <a:lnTo>
                  <a:pt x="0" y="2150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2327731" y="4921091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8"/>
                </a:lnTo>
                <a:lnTo>
                  <a:pt x="0" y="993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2594031" y="5187391"/>
            <a:ext cx="460820" cy="460820"/>
            <a:chOff x="0" y="0"/>
            <a:chExt cx="614426" cy="614426"/>
          </a:xfrm>
        </p:grpSpPr>
        <p:sp>
          <p:nvSpPr>
            <p:cNvPr name="Freeform 50" id="5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3578840" y="4754880"/>
            <a:ext cx="37033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578840" y="5253990"/>
            <a:ext cx="3703320" cy="47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78840" y="5665470"/>
            <a:ext cx="370332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81045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165860" y="7242810"/>
            <a:ext cx="466344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5860" y="7840980"/>
            <a:ext cx="466344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43401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6789420" y="7242810"/>
            <a:ext cx="466344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789420" y="7840980"/>
            <a:ext cx="466344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2057574" y="7119814"/>
            <a:ext cx="5374243" cy="2219563"/>
          </a:xfrm>
          <a:custGeom>
            <a:avLst/>
            <a:gdLst/>
            <a:ahLst/>
            <a:cxnLst/>
            <a:rect r="r" b="b" t="t" l="l"/>
            <a:pathLst>
              <a:path h="2219563" w="5374243">
                <a:moveTo>
                  <a:pt x="0" y="0"/>
                </a:moveTo>
                <a:lnTo>
                  <a:pt x="5374243" y="0"/>
                </a:lnTo>
                <a:lnTo>
                  <a:pt x="5374243" y="2219563"/>
                </a:lnTo>
                <a:lnTo>
                  <a:pt x="0" y="221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12412980" y="7242810"/>
            <a:ext cx="466344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12980" y="7840980"/>
            <a:ext cx="466344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14400" y="435864"/>
            <a:ext cx="45720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15" id="1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880360" y="2678430"/>
            <a:ext cx="576072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0360" y="3489960"/>
            <a:ext cx="576072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678430"/>
            <a:ext cx="576072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489960"/>
            <a:ext cx="576072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80360" y="5833110"/>
            <a:ext cx="576072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6644640"/>
            <a:ext cx="576072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15700" y="5833110"/>
            <a:ext cx="576072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15700" y="6644640"/>
            <a:ext cx="576072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8682990"/>
            <a:ext cx="1659636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8"/>
            <a:ext cx="16459200" cy="3814973"/>
            <a:chOff x="0" y="0"/>
            <a:chExt cx="21945600" cy="5086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31"/>
            </a:xfrm>
            <a:custGeom>
              <a:avLst/>
              <a:gdLst/>
              <a:ahLst/>
              <a:cxnLst/>
              <a:rect r="r" b="b" t="t" l="l"/>
              <a:pathLst>
                <a:path h="508663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31"/>
                  </a:lnTo>
                  <a:lnTo>
                    <a:pt x="0" y="5086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90" r="0" b="14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5096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expiração da publicação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1980">
            <a:off x="896931" y="2971419"/>
            <a:ext cx="16494147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" y="3672840"/>
            <a:ext cx="384048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4187190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116830"/>
            <a:ext cx="374904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20640" y="3672840"/>
            <a:ext cx="384048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87190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16830"/>
            <a:ext cx="374904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26880" y="3672840"/>
            <a:ext cx="384048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26880" y="4187190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5116830"/>
            <a:ext cx="374904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533120" y="3672840"/>
            <a:ext cx="384048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33120" y="4187190"/>
            <a:ext cx="384048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33120" y="5116830"/>
            <a:ext cx="374904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217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99616" y="6966966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9616" y="7494270"/>
            <a:ext cx="475488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47001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077456" y="6966966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77456" y="7494270"/>
            <a:ext cx="475488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047858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655296" y="6966966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55296" y="7494270"/>
            <a:ext cx="475488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8865870"/>
            <a:ext cx="16459200" cy="73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9" id="9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98480" y="2175510"/>
            <a:ext cx="66751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2647950"/>
            <a:ext cx="6675120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4004310"/>
            <a:ext cx="66751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4476750"/>
            <a:ext cx="6675120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6747510"/>
            <a:ext cx="66751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98480" y="7219950"/>
            <a:ext cx="6675120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35864"/>
            <a:ext cx="5486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30124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70357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48996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389229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467868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08101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86740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626973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705612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745845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8244840"/>
            <a:ext cx="6035040" cy="47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8647176"/>
            <a:ext cx="603504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731134" y="710501"/>
            <a:ext cx="6443380" cy="9272736"/>
          </a:xfrm>
          <a:custGeom>
            <a:avLst/>
            <a:gdLst/>
            <a:ahLst/>
            <a:cxnLst/>
            <a:rect r="r" b="b" t="t" l="l"/>
            <a:pathLst>
              <a:path h="9272736" w="6443380">
                <a:moveTo>
                  <a:pt x="0" y="0"/>
                </a:moveTo>
                <a:lnTo>
                  <a:pt x="6443379" y="0"/>
                </a:lnTo>
                <a:lnTo>
                  <a:pt x="6443379" y="9272736"/>
                </a:lnTo>
                <a:lnTo>
                  <a:pt x="0" y="9272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795301" y="613364"/>
            <a:ext cx="839899" cy="1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3"/>
              </a:lnSpc>
            </a:pPr>
            <a:r>
              <a:rPr lang="en-US" sz="773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Diagrama de Classes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1602" y="790228"/>
            <a:ext cx="13673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62744" y="9887539"/>
            <a:ext cx="180159" cy="1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3"/>
              </a:lnSpc>
            </a:pPr>
            <a:r>
              <a:rPr lang="en-US" sz="773" spc="-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/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0713" y="613364"/>
            <a:ext cx="462527" cy="12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3"/>
              </a:lnSpc>
            </a:pPr>
            <a:r>
              <a:rPr lang="en-US" sz="773" spc="-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2026/10/16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36357" y="790228"/>
            <a:ext cx="86913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pkg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05563" y="7524818"/>
            <a:ext cx="293566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Avistamento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12305" y="7818073"/>
            <a:ext cx="361949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FotoPublicacao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84738" y="3646527"/>
            <a:ext cx="261739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Notificacao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3945" y="4819545"/>
            <a:ext cx="255709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Publicacao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25712" y="8035081"/>
            <a:ext cx="251612" cy="14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onv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ersa</a:t>
            </a:r>
          </a:p>
          <a:p>
            <a:pPr algn="ctr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status : int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82096" y="942720"/>
            <a:ext cx="181176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51597" y="7678777"/>
            <a:ext cx="218924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Denuncia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97930" y="9023349"/>
            <a:ext cx="254719" cy="5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81" spc="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ensagem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24626" y="7400924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358348" y="7400924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935275" y="7667779"/>
            <a:ext cx="1973035" cy="105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publicacaoId: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usuarioInformanteId: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latitude: double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longitude: double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enderecoAproximado: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pontoReferencia: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descricaoSituacao: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fotoAvistamentoUrl: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statusValidacao: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dataHoraAvistamento: Date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criadoEm : Date</a:t>
            </a:r>
          </a:p>
          <a:p>
            <a:pPr algn="l">
              <a:lnSpc>
                <a:spcPts val="475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registrarAvistamento(publicacaoId : String, lat : double, lng : double, desc : String): boolean + anexarFotoEvidencia(uriFoto: String): void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calcularDistanciaPontoFuga(origemLat: double, origemLng : double): double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notificarTutorImediatamente(): void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validarInformacao(status: String) : void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78287" y="7694179"/>
            <a:ext cx="81241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25621" y="3779313"/>
            <a:ext cx="567658" cy="63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destinatarioId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titulo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mensagem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tipo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referenciaId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lida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criadaEm : Date</a:t>
            </a:r>
          </a:p>
          <a:p>
            <a:pPr algn="l">
              <a:lnSpc>
                <a:spcPts val="476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emitirNotificacao() : void + marcarComoLida() : void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67436" y="6943447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6732" y="3522633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06732" y="4439053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2333" y="4695651"/>
            <a:ext cx="81241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225951" y="7932288"/>
            <a:ext cx="920526" cy="45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publicacaoId: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url: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caminhoStorage: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criadoEm : Date</a:t>
            </a:r>
          </a:p>
          <a:p>
            <a:pPr algn="l">
              <a:lnSpc>
                <a:spcPts val="475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uploadStorage(uriArquivo : String): String + excluirDoStorage() : boolean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65969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89136" y="6943447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95001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3007" y="7884794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72713" y="8258694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40162" y="7884794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748373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40748" y="4695651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991774" y="6943447"/>
            <a:ext cx="81241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07438" y="5028093"/>
            <a:ext cx="1730550" cy="172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usuarioId: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titulo: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descricao: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categoria: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especie: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raca: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porte: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corPrincipal: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latitude: double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longitude: double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enderecoOcorrencia: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bairro: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cidade: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estado: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dataOcorrencia: Date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resolvido: boolean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dataResolucao: Date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possuiRecompensa: boolean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criadoEm : Date</a:t>
            </a:r>
          </a:p>
          <a:p>
            <a:pPr algn="just">
              <a:lnSpc>
                <a:spcPts val="476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criarPublicacao(categoria : String, lat : double, lng : double, endereco : String) : boolean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editarPublicacao(titulo : String, desc : String, lat : double, lng : double) : void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marcarComoResolvido() : void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calcularDistanciaGPS(usuarioLat : double, usuarioLng : double) : double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gerarCartazDigitalQR(formatoA4 : boolean) : String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renovarPublicacao() : void</a:t>
            </a:r>
          </a:p>
          <a:p>
            <a:pPr algn="just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excluir() : boolean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238108" y="7554883"/>
            <a:ext cx="73002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55116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562154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808488" y="3065156"/>
            <a:ext cx="27447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341225" y="1086696"/>
            <a:ext cx="1798319" cy="172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 : UUID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nome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email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whatsapp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avatarUrl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latitude : double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longitude : double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cidade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estado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bairro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isAdmin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notificacoesWhatsapp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criadoEm : Date</a:t>
            </a:r>
          </a:p>
          <a:p>
            <a:pPr algn="l">
              <a:lnSpc>
                <a:spcPts val="476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cadastrar(nome : String, email : String, whatsapp : String, senha : String) : boolean + confirmarCodigoCadastro(whatsapp : String, codigo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autenticar(email : String, senha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solicitarCodigoResetWhatsApp(whatsapp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validarCodigoResetWhatsApp(whatsapp : String, codigo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redefinirSenhaComToken(token : String, novaSenha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atualizarPerfil(nome : String, cidade : String, estado : String, raioKm : int) : void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alterarFotoPerfil(uriFoto : String)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solicitarTrocaWhatsApp(novoNumero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confirmarTrocaWhatsApp(codigo : String)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alternarNotificacoes(ativo : boolean) : void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redefinirSenha(email : int) : String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encerrarSessao() : void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excluirConta() : boolean</a:t>
            </a:r>
          </a:p>
          <a:p>
            <a:pPr algn="l">
              <a:lnSpc>
                <a:spcPts val="476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consultarMinhasPublicacoes() : List&lt;Publicacao&gt;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66552" y="7554883"/>
            <a:ext cx="72993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0..*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148663" y="8899455"/>
            <a:ext cx="72993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1..*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959062" y="7818828"/>
            <a:ext cx="1566227" cy="63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denuncianteId: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publicacaoId: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motivo: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descricaoDetalhada: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status: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resolvidoPorId: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criadoEm : Date</a:t>
            </a:r>
          </a:p>
          <a:p>
            <a:pPr algn="l">
              <a:lnSpc>
                <a:spcPts val="475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registrarDenuncia(pubId : String, motivo : String, desc : String): boolean + analisarModerar(novoStatus: String, parecerAdmin : String): void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suspenderPublicacao() : void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677988" y="8899455"/>
            <a:ext cx="81241" cy="6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0..1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012656" y="9178282"/>
            <a:ext cx="924595" cy="69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publicacaoId: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remetenteId: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destinatarioId: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conteudoTexto: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fotoAnexoUrl: String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lida: boolean</a:t>
            </a:r>
          </a:p>
          <a:p>
            <a:pPr algn="l">
              <a:lnSpc>
                <a:spcPts val="475"/>
              </a:lnSpc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- dataHoraEnvio : Date</a:t>
            </a:r>
          </a:p>
          <a:p>
            <a:pPr algn="l">
              <a:lnSpc>
                <a:spcPts val="475"/>
              </a:lnSpc>
              <a:spcBef>
                <a:spcPts val="254"/>
              </a:spcBef>
            </a:pPr>
            <a:r>
              <a:rPr lang="en-US" sz="381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+ enviarMensagem(texto : String): boolean + enviarFotoAnexo(uriFoto: String): boolean + marcarComoLida() : void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1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6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 e identidade visual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2703576"/>
            <a:ext cx="45720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9" id="9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3" id="13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7" id="17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1980">
            <a:off x="900103" y="3958971"/>
            <a:ext cx="164877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14400" y="4587240"/>
            <a:ext cx="45720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1" id="21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33" r="0" b="-173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 rot="1980">
            <a:off x="900103" y="5842635"/>
            <a:ext cx="164877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14400" y="6470904"/>
            <a:ext cx="45720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AutoShape 36" id="36"/>
          <p:cNvSpPr/>
          <p:nvPr/>
        </p:nvSpPr>
        <p:spPr>
          <a:xfrm rot="1980">
            <a:off x="900103" y="7726299"/>
            <a:ext cx="164877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914400" y="8354568"/>
            <a:ext cx="45720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9" id="49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14400" y="2156460"/>
            <a:ext cx="4572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998464" y="3069336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82128" y="3069336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65792" y="3069336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49456" y="3069336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33120" y="3069336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4400" y="4040124"/>
            <a:ext cx="4572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029184" y="4953000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2848" y="4953000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96512" y="4953000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680176" y="4953000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563840" y="4953000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14400" y="5923788"/>
            <a:ext cx="4572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998464" y="6836664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882128" y="6836664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4400" y="7807452"/>
            <a:ext cx="4572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998464" y="8720328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882128" y="8720328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765792" y="8720328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649456" y="8720328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533120" y="8720328"/>
            <a:ext cx="18288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416784" y="8720328"/>
            <a:ext cx="186537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6053328" y="4937760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5809214" y="2359152"/>
            <a:ext cx="1080526" cy="768096"/>
            <a:chOff x="0" y="0"/>
            <a:chExt cx="1440701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49520" t="0" r="-4952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5345918" y="3069336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7731" y="2177891"/>
            <a:ext cx="5885497" cy="6525578"/>
            <a:chOff x="0" y="0"/>
            <a:chExt cx="7847330" cy="8700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7330" cy="8700770"/>
            </a:xfrm>
            <a:custGeom>
              <a:avLst/>
              <a:gdLst/>
              <a:ahLst/>
              <a:cxnLst/>
              <a:rect r="r" b="b" t="t" l="l"/>
              <a:pathLst>
                <a:path h="8700770" w="7847330">
                  <a:moveTo>
                    <a:pt x="0" y="0"/>
                  </a:moveTo>
                  <a:lnTo>
                    <a:pt x="7847330" y="0"/>
                  </a:lnTo>
                  <a:lnTo>
                    <a:pt x="7847330" y="8700770"/>
                  </a:lnTo>
                  <a:lnTo>
                    <a:pt x="0" y="87007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88720" y="2302764"/>
            <a:ext cx="53035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38611" y="2177891"/>
            <a:ext cx="5336858" cy="6525578"/>
            <a:chOff x="0" y="0"/>
            <a:chExt cx="7115810" cy="87007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5810" cy="8700770"/>
            </a:xfrm>
            <a:custGeom>
              <a:avLst/>
              <a:gdLst/>
              <a:ahLst/>
              <a:cxnLst/>
              <a:rect r="r" b="b" t="t" l="l"/>
              <a:pathLst>
                <a:path h="8700770" w="7115810">
                  <a:moveTo>
                    <a:pt x="0" y="0"/>
                  </a:moveTo>
                  <a:lnTo>
                    <a:pt x="7115810" y="0"/>
                  </a:lnTo>
                  <a:lnTo>
                    <a:pt x="7115810" y="8700770"/>
                  </a:lnTo>
                  <a:lnTo>
                    <a:pt x="0" y="87007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229600" y="2302764"/>
            <a:ext cx="47548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30851" y="2177891"/>
            <a:ext cx="2959417" cy="6525578"/>
            <a:chOff x="0" y="0"/>
            <a:chExt cx="3945890" cy="87007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45890" cy="8700770"/>
            </a:xfrm>
            <a:custGeom>
              <a:avLst/>
              <a:gdLst/>
              <a:ahLst/>
              <a:cxnLst/>
              <a:rect r="r" b="b" t="t" l="l"/>
              <a:pathLst>
                <a:path h="8700770" w="3945890">
                  <a:moveTo>
                    <a:pt x="0" y="0"/>
                  </a:moveTo>
                  <a:lnTo>
                    <a:pt x="3945890" y="0"/>
                  </a:lnTo>
                  <a:lnTo>
                    <a:pt x="3945890" y="8700770"/>
                  </a:lnTo>
                  <a:lnTo>
                    <a:pt x="0" y="87007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721840" y="2302764"/>
            <a:ext cx="237744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8" id="18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5" id="25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32" id="32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9" id="39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53" id="53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60" id="60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67" id="67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74" id="74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5" r="0" b="-69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25603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81" id="8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9052560" y="3013710"/>
            <a:ext cx="402336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052560" y="3435096"/>
            <a:ext cx="40233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734" r="0" b="-1734"/>
              </a:stretch>
            </a:blip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9052560" y="4110990"/>
            <a:ext cx="402336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052560" y="4532376"/>
            <a:ext cx="40233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89" id="8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9052560" y="5208270"/>
            <a:ext cx="402336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052560" y="5629656"/>
            <a:ext cx="40233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93" id="9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9052560" y="6305550"/>
            <a:ext cx="402336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052560" y="6726936"/>
            <a:ext cx="40233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97" id="9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9052560" y="7402830"/>
            <a:ext cx="402336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052560" y="7824216"/>
            <a:ext cx="402336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721840" y="4568190"/>
            <a:ext cx="256032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721840" y="4989576"/>
            <a:ext cx="256032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03" id="10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4721840" y="6579870"/>
            <a:ext cx="2560320" cy="49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721840" y="7001256"/>
            <a:ext cx="256032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06" id="106"/>
          <p:cNvSpPr/>
          <p:nvPr/>
        </p:nvSpPr>
        <p:spPr>
          <a:xfrm rot="60779">
            <a:off x="6822376" y="5284470"/>
            <a:ext cx="1077077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7" id="107"/>
          <p:cNvSpPr txBox="true"/>
          <p:nvPr/>
        </p:nvSpPr>
        <p:spPr>
          <a:xfrm rot="0">
            <a:off x="6675120" y="4587240"/>
            <a:ext cx="13716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08" id="108"/>
          <p:cNvSpPr/>
          <p:nvPr/>
        </p:nvSpPr>
        <p:spPr>
          <a:xfrm rot="60779">
            <a:off x="13314616" y="5284470"/>
            <a:ext cx="1077077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9" id="109"/>
          <p:cNvSpPr txBox="true"/>
          <p:nvPr/>
        </p:nvSpPr>
        <p:spPr>
          <a:xfrm rot="0">
            <a:off x="13167360" y="4587240"/>
            <a:ext cx="13716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4242" r="0" b="-4242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19" id="119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9" id="9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0160" y="7920438"/>
            <a:ext cx="56692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8740140"/>
            <a:ext cx="64008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69447" y="6900415"/>
            <a:ext cx="2942863" cy="977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3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3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407116" y="4590278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07116" y="5039325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812466" y="4590278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12466" y="5039325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217806" y="4590278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17806" y="5039325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407116" y="8115700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07116" y="8564747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812466" y="8115700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12466" y="8564747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4217806" y="8115700"/>
            <a:ext cx="3218659" cy="5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17806" y="8564747"/>
            <a:ext cx="3218659" cy="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9" id="9" descr="/tmp/un/ppt/media/image38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0160" y="9048750"/>
            <a:ext cx="389534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2" id="12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8" t="0" r="-9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303520" y="9048750"/>
            <a:ext cx="389534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92640" y="2103120"/>
            <a:ext cx="3163824" cy="7040880"/>
            <a:chOff x="0" y="0"/>
            <a:chExt cx="4218432" cy="9387840"/>
          </a:xfrm>
        </p:grpSpPr>
        <p:sp>
          <p:nvSpPr>
            <p:cNvPr name="Freeform 15" id="15" descr="/tmp/un/ppt/media/image40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8" t="0" r="-9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26880" y="9048750"/>
            <a:ext cx="389534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716000" y="2103120"/>
            <a:ext cx="3163824" cy="7040880"/>
            <a:chOff x="0" y="0"/>
            <a:chExt cx="4218432" cy="9387840"/>
          </a:xfrm>
        </p:grpSpPr>
        <p:sp>
          <p:nvSpPr>
            <p:cNvPr name="Freeform 18" id="18" descr="/tmp/un/ppt/media/image41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8" t="0" r="-97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350240" y="9048750"/>
            <a:ext cx="389534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1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6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5218" y="2355218"/>
            <a:ext cx="13577602" cy="6536722"/>
            <a:chOff x="0" y="0"/>
            <a:chExt cx="18103469" cy="87156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03469" cy="8715629"/>
            </a:xfrm>
            <a:custGeom>
              <a:avLst/>
              <a:gdLst/>
              <a:ahLst/>
              <a:cxnLst/>
              <a:rect r="r" b="b" t="t" l="l"/>
              <a:pathLst>
                <a:path h="8715629" w="18103469">
                  <a:moveTo>
                    <a:pt x="0" y="0"/>
                  </a:moveTo>
                  <a:lnTo>
                    <a:pt x="18103469" y="0"/>
                  </a:lnTo>
                  <a:lnTo>
                    <a:pt x="18103469" y="8715629"/>
                  </a:lnTo>
                  <a:lnTo>
                    <a:pt x="0" y="87156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1" id="11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377440" y="7200900"/>
            <a:ext cx="1353312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82143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325" t="0" r="-22832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73152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8368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3680" y="382143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325" t="0" r="-22832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252960" y="2449830"/>
            <a:ext cx="18288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382143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0" y="4476750"/>
            <a:ext cx="4937760" cy="155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AutoShape 27" id="27"/>
          <p:cNvSpPr/>
          <p:nvPr/>
        </p:nvSpPr>
        <p:spPr>
          <a:xfrm rot="1980">
            <a:off x="900103" y="6574155"/>
            <a:ext cx="1648778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14400" y="6838950"/>
            <a:ext cx="73152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Distribuição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7383780"/>
            <a:ext cx="69494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Landing page no GitHub Pages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6838950"/>
            <a:ext cx="73152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Cuidados éticos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0" y="7383780"/>
            <a:ext cx="713232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Sem identificação; Res. CNS 510/2016 e LGPD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50640" y="966216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1980">
            <a:off x="900103" y="3287078"/>
            <a:ext cx="164877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14400" y="3830955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533900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83680" y="3830955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4533900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2960" y="3830955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52960" y="4533900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6170295"/>
            <a:ext cx="16459200" cy="73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0" y="2632710"/>
            <a:ext cx="822960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909060"/>
            <a:ext cx="80467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5" id="15"/>
          <p:cNvSpPr/>
          <p:nvPr/>
        </p:nvSpPr>
        <p:spPr>
          <a:xfrm rot="1980">
            <a:off x="900103" y="5476875"/>
            <a:ext cx="164877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14400" y="601599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6726936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601599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3680" y="6726936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601599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52960" y="6726936"/>
            <a:ext cx="512064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8774430"/>
            <a:ext cx="16459200" cy="73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475488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" r="0" b="-24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658368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4953000"/>
            <a:ext cx="457200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6545580"/>
            <a:ext cx="47548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147560"/>
            <a:ext cx="45720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3" id="13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t="0" r="-29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83680" y="8134350"/>
            <a:ext cx="1078992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4690" y="9662160"/>
            <a:ext cx="2574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512695"/>
            <a:ext cx="9144000" cy="5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3007995"/>
            <a:ext cx="6400800" cy="240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5879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99885"/>
            <a:ext cx="15544800" cy="6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9023985"/>
            <a:ext cx="1645920" cy="42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50640" y="9671685"/>
            <a:ext cx="731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35864"/>
            <a:ext cx="1463040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15646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177540"/>
            <a:ext cx="5120640" cy="596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83680" y="215646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83680" y="3177540"/>
            <a:ext cx="5120640" cy="596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232223" y="2175510"/>
            <a:ext cx="0" cy="696849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252960" y="215646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52960" y="3177540"/>
            <a:ext cx="5120640" cy="596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209127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1902447" y="2175510"/>
            <a:ext cx="0" cy="696849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85" r="0" b="-2403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550640" y="9662160"/>
            <a:ext cx="7315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76" r="0" b="-2921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2971" y="2071964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71" y="2603764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971" y="3326978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971" y="4060317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2971" y="4591098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1" y="5121878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1" y="5652659"/>
            <a:ext cx="7798470" cy="27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971" y="5991015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2971" y="6734480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2971" y="7265260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2971" y="7796041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6559" y="2592619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6559" y="4740954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6559" y="7218559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6559" y="7749340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9" y="6505470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9" y="5792391"/>
            <a:ext cx="7798470" cy="7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46559" y="5271735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6559" y="3643008"/>
            <a:ext cx="7798470" cy="116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46559" y="3121342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46559" y="2071964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2971" y="8326822"/>
            <a:ext cx="7798470" cy="50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84470"/>
            <a:ext cx="14630400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743700"/>
            <a:ext cx="146304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13370"/>
            <a:ext cx="146304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591550"/>
            <a:ext cx="1463040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