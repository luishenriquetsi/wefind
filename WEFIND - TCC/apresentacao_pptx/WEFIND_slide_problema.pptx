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9" r:id="rId9"/>
  </p:sldIdLst>
  <p:sldSz cx="18288000" cy="10287000"/>
  <p:notesSz cx="6858000" cy="9144000"/>
  <p:embeddedFontLst>
    <p:embeddedFont>
      <p:font typeface="Cooper BT Bold" charset="1" panose="0208080404030B020404"/>
      <p:regular r:id="rId36"/>
    </p:embeddedFont>
    <p:embeddedFont>
      <p:font typeface="Cooper BT Light" charset="1" panose="0208050304030B020404"/>
      <p:regular r:id="rId37"/>
    </p:embeddedFont>
    <p:embeddedFont>
      <p:font typeface="Cambria Bold" charset="1" panose="02040803050406030204"/>
      <p:regular r:id="rId38"/>
    </p:embeddedFont>
    <p:embeddedFont>
      <p:font typeface="Calibri (MS)" charset="1" panose="020F0502020204030204"/>
      <p:regular r:id="rId39"/>
    </p:embeddedFont>
    <p:embeddedFont>
      <p:font typeface="Calibri (MS) Bold" charset="1" panose="020F0702030404030204"/>
      <p:regular r:id="rId40"/>
    </p:embeddedFont>
    <p:embeddedFont>
      <p:font typeface="Calibri (MS) Italics" charset="1" panose="020F05020202040A0204"/>
      <p:regular r:id="rId41"/>
    </p:embeddedFont>
    <p:embeddedFont>
      <p:font typeface="Roboto Bold" charset="1" panose="02000000000000000000"/>
      <p:regular r:id="rId42"/>
    </p:embeddedFont>
    <p:embeddedFont>
      <p:font typeface="Roboto" charset="1" panose="020000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9" Type="http://schemas.openxmlformats.org/officeDocument/2006/relationships/slide" Target="slides/slide4.xml"/><Relationship Id="rId36" Type="http://schemas.openxmlformats.org/officeDocument/2006/relationships/font" Target="fonts/font36.fntdata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/Relationships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busca real virou um objetivo claro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3348514"/>
            <a:ext cx="1828800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4720114"/>
            <a:ext cx="713232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Motivação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5349240"/>
            <a:ext cx="7132320" cy="2377440"/>
          </a:xfrm>
          <a:prstGeom prst="rect">
            <a:avLst/>
          </a:prstGeom>
        </p:spPr>
        <p:txBody>
          <a:bodyPr anchor="t" rtlCol="false" tIns="0" lIns="0" bIns="0" rIns="0">
            <a:noAutofit/>
          </a:bodyPr>
          <a:lstStyle/>
          <a:p>
            <a:pPr algn="l" marL="292608" indent="-292608">
              <a:spcBef>
                <a:spcPts val="900"/>
              </a:spcBef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Uma pessoa próxima perdeu o animal dela</a:t>
            </a:r>
          </a:p>
          <a:p>
            <a:pPr algn="l" marL="292608" indent="-292608">
              <a:spcBef>
                <a:spcPts val="900"/>
              </a:spcBef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busca foi feita pelas redes sociais</a:t>
            </a:r>
          </a:p>
          <a:p>
            <a:pPr algn="l" marL="292608" indent="-292608">
              <a:spcBef>
                <a:spcPts val="900"/>
              </a:spcBef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Acompanhei tudo de perto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732520" y="3516154"/>
            <a:ext cx="548640" cy="1097280"/>
            <a:chOff x="0" y="0"/>
            <a:chExt cx="73152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732520" y="3423285"/>
            <a:ext cx="548640" cy="1190149"/>
            <a:chOff x="0" y="0"/>
            <a:chExt cx="731520" cy="15868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732520" y="3330416"/>
            <a:ext cx="548640" cy="1283018"/>
            <a:chOff x="0" y="0"/>
            <a:chExt cx="731520" cy="17106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732520" y="3237547"/>
            <a:ext cx="548640" cy="1375886"/>
            <a:chOff x="0" y="0"/>
            <a:chExt cx="731520" cy="183451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732520" y="3144679"/>
            <a:ext cx="548640" cy="1468755"/>
            <a:chOff x="0" y="0"/>
            <a:chExt cx="731520" cy="1958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732520" y="3051810"/>
            <a:ext cx="548640" cy="1561624"/>
            <a:chOff x="0" y="0"/>
            <a:chExt cx="731520" cy="20821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732520" y="2958941"/>
            <a:ext cx="548640" cy="1654492"/>
            <a:chOff x="0" y="0"/>
            <a:chExt cx="731520" cy="22059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7184" t="0" r="-337185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732520" y="2866072"/>
            <a:ext cx="548640" cy="1747361"/>
            <a:chOff x="0" y="0"/>
            <a:chExt cx="731520" cy="232981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2329814"/>
            </a:xfrm>
            <a:custGeom>
              <a:avLst/>
              <a:gdLst/>
              <a:ahLst/>
              <a:cxnLst/>
              <a:rect r="r" b="b" t="t" l="l"/>
              <a:pathLst>
                <a:path h="232981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329814"/>
                  </a:lnTo>
                  <a:lnTo>
                    <a:pt x="0" y="23298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58633" t="0" r="-35863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23825"/>
              <a:ext cx="731520" cy="2453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692640" y="3348514"/>
            <a:ext cx="1828800" cy="1171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92640" y="4720114"/>
            <a:ext cx="768096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Problema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692640" y="5349240"/>
            <a:ext cx="7680960" cy="2377440"/>
          </a:xfrm>
          <a:prstGeom prst="rect">
            <a:avLst/>
          </a:prstGeom>
        </p:spPr>
        <p:txBody>
          <a:bodyPr anchor="t" rtlCol="false" tIns="0" lIns="0" bIns="0" rIns="0">
            <a:noAutofit/>
          </a:bodyPr>
          <a:lstStyle/>
          <a:p>
            <a:pPr algn="l" marL="292608" indent="-292608">
              <a:spcBef>
                <a:spcPts val="900"/>
              </a:spcBef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Montar o anúncio com foto e contato levava tempo</a:t>
            </a:r>
          </a:p>
          <a:p>
            <a:pPr algn="l" marL="292608" indent="-292608">
              <a:spcBef>
                <a:spcPts val="900"/>
              </a:spcBef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 informações ficavam espalhadas em vários grupos</a:t>
            </a:r>
          </a:p>
          <a:p>
            <a:pPr algn="l" marL="292608" indent="-292608">
              <a:spcBef>
                <a:spcPts val="900"/>
              </a:spcBef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Não dava para corrigir o que já tinha sido compartilhado</a:t>
            </a:r>
          </a:p>
          <a:p>
            <a:pPr algn="l" marL="292608" indent="-292608">
              <a:spcBef>
                <a:spcPts val="900"/>
              </a:spcBef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Não havia como saber onde o animal tinha sido visto</a:t>
            </a:r>
          </a:p>
          <a:p>
            <a:pPr algn="l" marL="292608" indent="-292608">
              <a:spcBef>
                <a:spcPts val="900"/>
              </a:spcBef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Apareciam golpes e trotes nas divulgações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DAHYmgjp1t8</dc:identifier>
  <dcterms:modified xsi:type="dcterms:W3CDTF">2011-08-01T06:04:30Z</dcterms:modified>
  <cp:revision>1</cp:revision>
  <dc:title>WeFIND - tcc apresentacao sem testes</dc:title>
</cp:coreProperties>
</file>